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8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44D"/>
    <a:srgbClr val="C225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3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974" y="2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3F57DD-ED10-4E8B-AD35-6C14E001A4E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6505C0D-626C-4A77-A10B-F16B0A0193DB}">
      <dgm:prSet/>
      <dgm:spPr/>
      <dgm:t>
        <a:bodyPr/>
        <a:lstStyle/>
        <a:p>
          <a:r>
            <a:rPr lang="en-US"/>
            <a:t>Deliver a production-ready forecasting module for supply chain demand planning.</a:t>
          </a:r>
        </a:p>
      </dgm:t>
    </dgm:pt>
    <dgm:pt modelId="{80A72A90-0E51-4214-B281-673AFAA1DD86}" type="parTrans" cxnId="{8383441F-ECA4-40E3-BB4E-7CD21B57163C}">
      <dgm:prSet/>
      <dgm:spPr/>
      <dgm:t>
        <a:bodyPr/>
        <a:lstStyle/>
        <a:p>
          <a:endParaRPr lang="en-US"/>
        </a:p>
      </dgm:t>
    </dgm:pt>
    <dgm:pt modelId="{5343789B-C072-4F3B-8F24-92688686FF4F}" type="sibTrans" cxnId="{8383441F-ECA4-40E3-BB4E-7CD21B57163C}">
      <dgm:prSet/>
      <dgm:spPr/>
      <dgm:t>
        <a:bodyPr/>
        <a:lstStyle/>
        <a:p>
          <a:endParaRPr lang="en-US"/>
        </a:p>
      </dgm:t>
    </dgm:pt>
    <dgm:pt modelId="{1FDC06B6-F560-4F2C-814E-E40CE3820C7B}">
      <dgm:prSet/>
      <dgm:spPr/>
      <dgm:t>
        <a:bodyPr/>
        <a:lstStyle/>
        <a:p>
          <a:r>
            <a:rPr lang="en-US"/>
            <a:t>Show measurable accuracy improvement versus moving average baseline.</a:t>
          </a:r>
        </a:p>
      </dgm:t>
    </dgm:pt>
    <dgm:pt modelId="{3C8A6D02-99D6-457C-B874-C43953EA1348}" type="parTrans" cxnId="{36C84661-4052-484A-A177-F5F6FB34840E}">
      <dgm:prSet/>
      <dgm:spPr/>
      <dgm:t>
        <a:bodyPr/>
        <a:lstStyle/>
        <a:p>
          <a:endParaRPr lang="en-US"/>
        </a:p>
      </dgm:t>
    </dgm:pt>
    <dgm:pt modelId="{5969A022-11D3-4793-BB78-419BFC492A21}" type="sibTrans" cxnId="{36C84661-4052-484A-A177-F5F6FB34840E}">
      <dgm:prSet/>
      <dgm:spPr/>
      <dgm:t>
        <a:bodyPr/>
        <a:lstStyle/>
        <a:p>
          <a:endParaRPr lang="en-US"/>
        </a:p>
      </dgm:t>
    </dgm:pt>
    <dgm:pt modelId="{C0AC9546-E7A1-423D-B167-6C59222120F2}">
      <dgm:prSet/>
      <dgm:spPr/>
      <dgm:t>
        <a:bodyPr/>
        <a:lstStyle/>
        <a:p>
          <a:r>
            <a:rPr lang="en-US" dirty="0"/>
            <a:t>Secure Data Science and AI Diploma approval for the team.</a:t>
          </a:r>
        </a:p>
      </dgm:t>
    </dgm:pt>
    <dgm:pt modelId="{6E42E00F-CC9B-4C22-BCD9-127105488476}" type="parTrans" cxnId="{40562395-3C20-4000-AADB-DF1CC1193525}">
      <dgm:prSet/>
      <dgm:spPr/>
      <dgm:t>
        <a:bodyPr/>
        <a:lstStyle/>
        <a:p>
          <a:endParaRPr lang="en-US"/>
        </a:p>
      </dgm:t>
    </dgm:pt>
    <dgm:pt modelId="{689FACAF-370E-4D8F-8A07-665236C8BF62}" type="sibTrans" cxnId="{40562395-3C20-4000-AADB-DF1CC1193525}">
      <dgm:prSet/>
      <dgm:spPr/>
      <dgm:t>
        <a:bodyPr/>
        <a:lstStyle/>
        <a:p>
          <a:endParaRPr lang="en-US"/>
        </a:p>
      </dgm:t>
    </dgm:pt>
    <dgm:pt modelId="{0E7D0E29-4DF7-4F65-A723-1866193B5A94}" type="pres">
      <dgm:prSet presAssocID="{733F57DD-ED10-4E8B-AD35-6C14E001A4E5}" presName="root" presStyleCnt="0">
        <dgm:presLayoutVars>
          <dgm:dir/>
          <dgm:resizeHandles val="exact"/>
        </dgm:presLayoutVars>
      </dgm:prSet>
      <dgm:spPr/>
    </dgm:pt>
    <dgm:pt modelId="{31A9845C-A0BF-4CF7-9443-ED32DE17892F}" type="pres">
      <dgm:prSet presAssocID="{36505C0D-626C-4A77-A10B-F16B0A0193DB}" presName="compNode" presStyleCnt="0"/>
      <dgm:spPr/>
    </dgm:pt>
    <dgm:pt modelId="{A79563F8-4C69-455F-8582-3219D913D040}" type="pres">
      <dgm:prSet presAssocID="{36505C0D-626C-4A77-A10B-F16B0A0193DB}" presName="bgRect" presStyleLbl="bgShp" presStyleIdx="0" presStyleCnt="3"/>
      <dgm:spPr/>
    </dgm:pt>
    <dgm:pt modelId="{D2EA3130-819D-456A-9A22-341AB0C70285}" type="pres">
      <dgm:prSet presAssocID="{36505C0D-626C-4A77-A10B-F16B0A0193D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72AE1F3E-8C74-4432-8BD1-9158A60BC4A7}" type="pres">
      <dgm:prSet presAssocID="{36505C0D-626C-4A77-A10B-F16B0A0193DB}" presName="spaceRect" presStyleCnt="0"/>
      <dgm:spPr/>
    </dgm:pt>
    <dgm:pt modelId="{648D1C0B-8E9D-4141-8C0F-E4FC2C60F025}" type="pres">
      <dgm:prSet presAssocID="{36505C0D-626C-4A77-A10B-F16B0A0193DB}" presName="parTx" presStyleLbl="revTx" presStyleIdx="0" presStyleCnt="3">
        <dgm:presLayoutVars>
          <dgm:chMax val="0"/>
          <dgm:chPref val="0"/>
        </dgm:presLayoutVars>
      </dgm:prSet>
      <dgm:spPr/>
    </dgm:pt>
    <dgm:pt modelId="{FB78F99F-142F-420C-B48D-7B6258257B7E}" type="pres">
      <dgm:prSet presAssocID="{5343789B-C072-4F3B-8F24-92688686FF4F}" presName="sibTrans" presStyleCnt="0"/>
      <dgm:spPr/>
    </dgm:pt>
    <dgm:pt modelId="{75996DEC-C3D1-49C3-9385-B5BC1E9E3B00}" type="pres">
      <dgm:prSet presAssocID="{1FDC06B6-F560-4F2C-814E-E40CE3820C7B}" presName="compNode" presStyleCnt="0"/>
      <dgm:spPr/>
    </dgm:pt>
    <dgm:pt modelId="{9B5968F3-E123-42D3-A472-20DDFF834BD3}" type="pres">
      <dgm:prSet presAssocID="{1FDC06B6-F560-4F2C-814E-E40CE3820C7B}" presName="bgRect" presStyleLbl="bgShp" presStyleIdx="1" presStyleCnt="3"/>
      <dgm:spPr/>
    </dgm:pt>
    <dgm:pt modelId="{C51340E0-1723-4945-98F9-7DD394CDC4E5}" type="pres">
      <dgm:prSet presAssocID="{1FDC06B6-F560-4F2C-814E-E40CE3820C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2B6492B-1E65-4D28-8DCC-8AFC811C8058}" type="pres">
      <dgm:prSet presAssocID="{1FDC06B6-F560-4F2C-814E-E40CE3820C7B}" presName="spaceRect" presStyleCnt="0"/>
      <dgm:spPr/>
    </dgm:pt>
    <dgm:pt modelId="{E8026892-4BEE-4941-BAF8-19ABD14DBC48}" type="pres">
      <dgm:prSet presAssocID="{1FDC06B6-F560-4F2C-814E-E40CE3820C7B}" presName="parTx" presStyleLbl="revTx" presStyleIdx="1" presStyleCnt="3">
        <dgm:presLayoutVars>
          <dgm:chMax val="0"/>
          <dgm:chPref val="0"/>
        </dgm:presLayoutVars>
      </dgm:prSet>
      <dgm:spPr/>
    </dgm:pt>
    <dgm:pt modelId="{5756B4F2-D7CF-4EB2-932C-12C429AC7EBC}" type="pres">
      <dgm:prSet presAssocID="{5969A022-11D3-4793-BB78-419BFC492A21}" presName="sibTrans" presStyleCnt="0"/>
      <dgm:spPr/>
    </dgm:pt>
    <dgm:pt modelId="{BCE5E029-B719-497A-AB6F-7E9DB9A0C731}" type="pres">
      <dgm:prSet presAssocID="{C0AC9546-E7A1-423D-B167-6C59222120F2}" presName="compNode" presStyleCnt="0"/>
      <dgm:spPr/>
    </dgm:pt>
    <dgm:pt modelId="{9BBB0B15-0F03-4C19-9163-3D92D45A6FA4}" type="pres">
      <dgm:prSet presAssocID="{C0AC9546-E7A1-423D-B167-6C59222120F2}" presName="bgRect" presStyleLbl="bgShp" presStyleIdx="2" presStyleCnt="3"/>
      <dgm:spPr/>
    </dgm:pt>
    <dgm:pt modelId="{82DFB87F-F153-41CB-ADE3-DFD73D836286}" type="pres">
      <dgm:prSet presAssocID="{C0AC9546-E7A1-423D-B167-6C59222120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6BD9F504-0C3B-44DA-9053-D8980245B092}" type="pres">
      <dgm:prSet presAssocID="{C0AC9546-E7A1-423D-B167-6C59222120F2}" presName="spaceRect" presStyleCnt="0"/>
      <dgm:spPr/>
    </dgm:pt>
    <dgm:pt modelId="{D6E0FA7D-9C91-434A-B125-C145EF0E6CEC}" type="pres">
      <dgm:prSet presAssocID="{C0AC9546-E7A1-423D-B167-6C59222120F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383441F-ECA4-40E3-BB4E-7CD21B57163C}" srcId="{733F57DD-ED10-4E8B-AD35-6C14E001A4E5}" destId="{36505C0D-626C-4A77-A10B-F16B0A0193DB}" srcOrd="0" destOrd="0" parTransId="{80A72A90-0E51-4214-B281-673AFAA1DD86}" sibTransId="{5343789B-C072-4F3B-8F24-92688686FF4F}"/>
    <dgm:cxn modelId="{B2A00A39-7ABA-44FD-BD26-41198FB856EB}" type="presOf" srcId="{1FDC06B6-F560-4F2C-814E-E40CE3820C7B}" destId="{E8026892-4BEE-4941-BAF8-19ABD14DBC48}" srcOrd="0" destOrd="0" presId="urn:microsoft.com/office/officeart/2018/2/layout/IconVerticalSolidList"/>
    <dgm:cxn modelId="{36C84661-4052-484A-A177-F5F6FB34840E}" srcId="{733F57DD-ED10-4E8B-AD35-6C14E001A4E5}" destId="{1FDC06B6-F560-4F2C-814E-E40CE3820C7B}" srcOrd="1" destOrd="0" parTransId="{3C8A6D02-99D6-457C-B874-C43953EA1348}" sibTransId="{5969A022-11D3-4793-BB78-419BFC492A21}"/>
    <dgm:cxn modelId="{9F033663-D8BD-4719-915C-5C4E5B435132}" type="presOf" srcId="{733F57DD-ED10-4E8B-AD35-6C14E001A4E5}" destId="{0E7D0E29-4DF7-4F65-A723-1866193B5A94}" srcOrd="0" destOrd="0" presId="urn:microsoft.com/office/officeart/2018/2/layout/IconVerticalSolidList"/>
    <dgm:cxn modelId="{2417D171-2CD3-4352-8680-3CA60A996575}" type="presOf" srcId="{36505C0D-626C-4A77-A10B-F16B0A0193DB}" destId="{648D1C0B-8E9D-4141-8C0F-E4FC2C60F025}" srcOrd="0" destOrd="0" presId="urn:microsoft.com/office/officeart/2018/2/layout/IconVerticalSolidList"/>
    <dgm:cxn modelId="{15953C83-83A1-4A1A-9F8E-E16F4DB18EA5}" type="presOf" srcId="{C0AC9546-E7A1-423D-B167-6C59222120F2}" destId="{D6E0FA7D-9C91-434A-B125-C145EF0E6CEC}" srcOrd="0" destOrd="0" presId="urn:microsoft.com/office/officeart/2018/2/layout/IconVerticalSolidList"/>
    <dgm:cxn modelId="{40562395-3C20-4000-AADB-DF1CC1193525}" srcId="{733F57DD-ED10-4E8B-AD35-6C14E001A4E5}" destId="{C0AC9546-E7A1-423D-B167-6C59222120F2}" srcOrd="2" destOrd="0" parTransId="{6E42E00F-CC9B-4C22-BCD9-127105488476}" sibTransId="{689FACAF-370E-4D8F-8A07-665236C8BF62}"/>
    <dgm:cxn modelId="{1A780681-6015-4002-A2A2-8F6D7A6853CB}" type="presParOf" srcId="{0E7D0E29-4DF7-4F65-A723-1866193B5A94}" destId="{31A9845C-A0BF-4CF7-9443-ED32DE17892F}" srcOrd="0" destOrd="0" presId="urn:microsoft.com/office/officeart/2018/2/layout/IconVerticalSolidList"/>
    <dgm:cxn modelId="{1CB2DCF9-195F-4426-833E-9233F0966D53}" type="presParOf" srcId="{31A9845C-A0BF-4CF7-9443-ED32DE17892F}" destId="{A79563F8-4C69-455F-8582-3219D913D040}" srcOrd="0" destOrd="0" presId="urn:microsoft.com/office/officeart/2018/2/layout/IconVerticalSolidList"/>
    <dgm:cxn modelId="{E3CEF566-5B04-4958-871A-49460A685914}" type="presParOf" srcId="{31A9845C-A0BF-4CF7-9443-ED32DE17892F}" destId="{D2EA3130-819D-456A-9A22-341AB0C70285}" srcOrd="1" destOrd="0" presId="urn:microsoft.com/office/officeart/2018/2/layout/IconVerticalSolidList"/>
    <dgm:cxn modelId="{7D5E74DD-51B5-4DE1-8336-B087B4E2C5FA}" type="presParOf" srcId="{31A9845C-A0BF-4CF7-9443-ED32DE17892F}" destId="{72AE1F3E-8C74-4432-8BD1-9158A60BC4A7}" srcOrd="2" destOrd="0" presId="urn:microsoft.com/office/officeart/2018/2/layout/IconVerticalSolidList"/>
    <dgm:cxn modelId="{D2C6BDFA-0276-4A8E-AF36-A16F3DE1954A}" type="presParOf" srcId="{31A9845C-A0BF-4CF7-9443-ED32DE17892F}" destId="{648D1C0B-8E9D-4141-8C0F-E4FC2C60F025}" srcOrd="3" destOrd="0" presId="urn:microsoft.com/office/officeart/2018/2/layout/IconVerticalSolidList"/>
    <dgm:cxn modelId="{AE4DD2A3-1A64-4092-BB63-8E0160E98950}" type="presParOf" srcId="{0E7D0E29-4DF7-4F65-A723-1866193B5A94}" destId="{FB78F99F-142F-420C-B48D-7B6258257B7E}" srcOrd="1" destOrd="0" presId="urn:microsoft.com/office/officeart/2018/2/layout/IconVerticalSolidList"/>
    <dgm:cxn modelId="{0DA5224D-86D8-4889-9551-003893363566}" type="presParOf" srcId="{0E7D0E29-4DF7-4F65-A723-1866193B5A94}" destId="{75996DEC-C3D1-49C3-9385-B5BC1E9E3B00}" srcOrd="2" destOrd="0" presId="urn:microsoft.com/office/officeart/2018/2/layout/IconVerticalSolidList"/>
    <dgm:cxn modelId="{EEC04EF0-04AC-40C8-AE60-4B5057F30215}" type="presParOf" srcId="{75996DEC-C3D1-49C3-9385-B5BC1E9E3B00}" destId="{9B5968F3-E123-42D3-A472-20DDFF834BD3}" srcOrd="0" destOrd="0" presId="urn:microsoft.com/office/officeart/2018/2/layout/IconVerticalSolidList"/>
    <dgm:cxn modelId="{37CED817-D5DE-4C05-BF2A-0A5A02E4B8ED}" type="presParOf" srcId="{75996DEC-C3D1-49C3-9385-B5BC1E9E3B00}" destId="{C51340E0-1723-4945-98F9-7DD394CDC4E5}" srcOrd="1" destOrd="0" presId="urn:microsoft.com/office/officeart/2018/2/layout/IconVerticalSolidList"/>
    <dgm:cxn modelId="{33ABBBA6-3F8B-43D7-A829-383190EB0B3C}" type="presParOf" srcId="{75996DEC-C3D1-49C3-9385-B5BC1E9E3B00}" destId="{F2B6492B-1E65-4D28-8DCC-8AFC811C8058}" srcOrd="2" destOrd="0" presId="urn:microsoft.com/office/officeart/2018/2/layout/IconVerticalSolidList"/>
    <dgm:cxn modelId="{3CCFA690-73A0-4E82-850D-9635B700C093}" type="presParOf" srcId="{75996DEC-C3D1-49C3-9385-B5BC1E9E3B00}" destId="{E8026892-4BEE-4941-BAF8-19ABD14DBC48}" srcOrd="3" destOrd="0" presId="urn:microsoft.com/office/officeart/2018/2/layout/IconVerticalSolidList"/>
    <dgm:cxn modelId="{2E67B27E-06EC-4927-8424-538DCD1CBB1A}" type="presParOf" srcId="{0E7D0E29-4DF7-4F65-A723-1866193B5A94}" destId="{5756B4F2-D7CF-4EB2-932C-12C429AC7EBC}" srcOrd="3" destOrd="0" presId="urn:microsoft.com/office/officeart/2018/2/layout/IconVerticalSolidList"/>
    <dgm:cxn modelId="{11449504-E043-4D1D-895D-993F95F8E2D3}" type="presParOf" srcId="{0E7D0E29-4DF7-4F65-A723-1866193B5A94}" destId="{BCE5E029-B719-497A-AB6F-7E9DB9A0C731}" srcOrd="4" destOrd="0" presId="urn:microsoft.com/office/officeart/2018/2/layout/IconVerticalSolidList"/>
    <dgm:cxn modelId="{842468CC-31BC-45D0-AB83-21B54F2D1274}" type="presParOf" srcId="{BCE5E029-B719-497A-AB6F-7E9DB9A0C731}" destId="{9BBB0B15-0F03-4C19-9163-3D92D45A6FA4}" srcOrd="0" destOrd="0" presId="urn:microsoft.com/office/officeart/2018/2/layout/IconVerticalSolidList"/>
    <dgm:cxn modelId="{30D9ED56-92FE-44D9-8F13-95C6D92D6F80}" type="presParOf" srcId="{BCE5E029-B719-497A-AB6F-7E9DB9A0C731}" destId="{82DFB87F-F153-41CB-ADE3-DFD73D836286}" srcOrd="1" destOrd="0" presId="urn:microsoft.com/office/officeart/2018/2/layout/IconVerticalSolidList"/>
    <dgm:cxn modelId="{CE08FC2A-B447-4AF4-AE98-3BB8601140AC}" type="presParOf" srcId="{BCE5E029-B719-497A-AB6F-7E9DB9A0C731}" destId="{6BD9F504-0C3B-44DA-9053-D8980245B092}" srcOrd="2" destOrd="0" presId="urn:microsoft.com/office/officeart/2018/2/layout/IconVerticalSolidList"/>
    <dgm:cxn modelId="{B6C02208-8031-4B77-875D-46618E3D1C56}" type="presParOf" srcId="{BCE5E029-B719-497A-AB6F-7E9DB9A0C731}" destId="{D6E0FA7D-9C91-434A-B125-C145EF0E6C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79EECA-4808-4DF0-84D6-4427D003C3E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83B6DB-DE73-4DF0-87F7-D9E890750EE3}">
      <dgm:prSet/>
      <dgm:spPr/>
      <dgm:t>
        <a:bodyPr/>
        <a:lstStyle/>
        <a:p>
          <a:pPr>
            <a:defRPr cap="all"/>
          </a:pPr>
          <a:r>
            <a:rPr lang="en-US" dirty="0"/>
            <a:t>Supply orders and demand are volatile and intermittent across 1000+ SKUs.</a:t>
          </a:r>
        </a:p>
      </dgm:t>
    </dgm:pt>
    <dgm:pt modelId="{74C408C5-511E-4FC4-9792-6AD95CE46523}" type="parTrans" cxnId="{0FCFAEE6-CFAE-4279-AC4F-4934915F70DB}">
      <dgm:prSet/>
      <dgm:spPr/>
      <dgm:t>
        <a:bodyPr/>
        <a:lstStyle/>
        <a:p>
          <a:endParaRPr lang="en-US"/>
        </a:p>
      </dgm:t>
    </dgm:pt>
    <dgm:pt modelId="{4ED01C8C-0CDF-4D44-82B9-C00E724DB39E}" type="sibTrans" cxnId="{0FCFAEE6-CFAE-4279-AC4F-4934915F70DB}">
      <dgm:prSet/>
      <dgm:spPr/>
      <dgm:t>
        <a:bodyPr/>
        <a:lstStyle/>
        <a:p>
          <a:endParaRPr lang="en-US"/>
        </a:p>
      </dgm:t>
    </dgm:pt>
    <dgm:pt modelId="{0F76AD2B-481D-45F1-A0B9-6898CF79F93A}">
      <dgm:prSet/>
      <dgm:spPr/>
      <dgm:t>
        <a:bodyPr/>
        <a:lstStyle/>
        <a:p>
          <a:pPr>
            <a:defRPr cap="all"/>
          </a:pPr>
          <a:r>
            <a:rPr lang="en-US" dirty="0"/>
            <a:t>Current planning relies on simple benchmarks that cause stockouts and excess inventory.</a:t>
          </a:r>
        </a:p>
      </dgm:t>
    </dgm:pt>
    <dgm:pt modelId="{7383889A-E3D6-4C0A-96CD-8A09B6A8A434}" type="parTrans" cxnId="{51363522-6358-40AB-A6F4-FFE0B690C94B}">
      <dgm:prSet/>
      <dgm:spPr/>
      <dgm:t>
        <a:bodyPr/>
        <a:lstStyle/>
        <a:p>
          <a:endParaRPr lang="en-US"/>
        </a:p>
      </dgm:t>
    </dgm:pt>
    <dgm:pt modelId="{D70980A3-2E81-4653-8EBC-3524AC273CAC}" type="sibTrans" cxnId="{51363522-6358-40AB-A6F4-FFE0B690C94B}">
      <dgm:prSet/>
      <dgm:spPr/>
      <dgm:t>
        <a:bodyPr/>
        <a:lstStyle/>
        <a:p>
          <a:endParaRPr lang="en-US"/>
        </a:p>
      </dgm:t>
    </dgm:pt>
    <dgm:pt modelId="{7BF5DD28-8B13-4CFD-A535-C6845A3068B8}">
      <dgm:prSet/>
      <dgm:spPr/>
      <dgm:t>
        <a:bodyPr/>
        <a:lstStyle/>
        <a:p>
          <a:pPr>
            <a:defRPr cap="all"/>
          </a:pPr>
          <a:r>
            <a:rPr lang="en-US" dirty="0"/>
            <a:t>Need automated, accurate forecasts per SKU to reduce cost and improve service.</a:t>
          </a:r>
        </a:p>
      </dgm:t>
    </dgm:pt>
    <dgm:pt modelId="{B815DD27-39EE-434E-A004-8D2F1DBE31C1}" type="parTrans" cxnId="{8BD70B19-3358-480F-8E7B-C4351678F13E}">
      <dgm:prSet/>
      <dgm:spPr/>
      <dgm:t>
        <a:bodyPr/>
        <a:lstStyle/>
        <a:p>
          <a:endParaRPr lang="en-US"/>
        </a:p>
      </dgm:t>
    </dgm:pt>
    <dgm:pt modelId="{0DF8291D-C176-4998-914F-0F395AF16F70}" type="sibTrans" cxnId="{8BD70B19-3358-480F-8E7B-C4351678F13E}">
      <dgm:prSet/>
      <dgm:spPr/>
      <dgm:t>
        <a:bodyPr/>
        <a:lstStyle/>
        <a:p>
          <a:endParaRPr lang="en-US"/>
        </a:p>
      </dgm:t>
    </dgm:pt>
    <dgm:pt modelId="{701CB90F-2729-4049-93AA-3944C919CBF8}" type="pres">
      <dgm:prSet presAssocID="{7E79EECA-4808-4DF0-84D6-4427D003C3EA}" presName="root" presStyleCnt="0">
        <dgm:presLayoutVars>
          <dgm:dir/>
          <dgm:resizeHandles val="exact"/>
        </dgm:presLayoutVars>
      </dgm:prSet>
      <dgm:spPr/>
    </dgm:pt>
    <dgm:pt modelId="{C8AAB1D5-AD5C-4EDE-9B2B-6F5C894F946C}" type="pres">
      <dgm:prSet presAssocID="{4883B6DB-DE73-4DF0-87F7-D9E890750EE3}" presName="compNode" presStyleCnt="0"/>
      <dgm:spPr/>
    </dgm:pt>
    <dgm:pt modelId="{9D1F0B6F-435E-4ED3-ACB3-54FF0AACA20D}" type="pres">
      <dgm:prSet presAssocID="{4883B6DB-DE73-4DF0-87F7-D9E890750EE3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143E893-B5E0-4D23-95F9-59F3E8EF3470}" type="pres">
      <dgm:prSet presAssocID="{4883B6DB-DE73-4DF0-87F7-D9E890750E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52625226-B524-4844-88C2-1ED75ACE75E4}" type="pres">
      <dgm:prSet presAssocID="{4883B6DB-DE73-4DF0-87F7-D9E890750EE3}" presName="spaceRect" presStyleCnt="0"/>
      <dgm:spPr/>
    </dgm:pt>
    <dgm:pt modelId="{B4CFB411-C41E-4A73-8409-117E7AFDF28F}" type="pres">
      <dgm:prSet presAssocID="{4883B6DB-DE73-4DF0-87F7-D9E890750EE3}" presName="textRect" presStyleLbl="revTx" presStyleIdx="0" presStyleCnt="3">
        <dgm:presLayoutVars>
          <dgm:chMax val="1"/>
          <dgm:chPref val="1"/>
        </dgm:presLayoutVars>
      </dgm:prSet>
      <dgm:spPr/>
    </dgm:pt>
    <dgm:pt modelId="{D33383E7-652F-43A5-9995-41028FD447D8}" type="pres">
      <dgm:prSet presAssocID="{4ED01C8C-0CDF-4D44-82B9-C00E724DB39E}" presName="sibTrans" presStyleCnt="0"/>
      <dgm:spPr/>
    </dgm:pt>
    <dgm:pt modelId="{F08EB0A9-D736-4EB3-B414-3FF7319C8C3F}" type="pres">
      <dgm:prSet presAssocID="{0F76AD2B-481D-45F1-A0B9-6898CF79F93A}" presName="compNode" presStyleCnt="0"/>
      <dgm:spPr/>
    </dgm:pt>
    <dgm:pt modelId="{DDC80B3C-40FD-4A29-B920-E3DBAA94FA1F}" type="pres">
      <dgm:prSet presAssocID="{0F76AD2B-481D-45F1-A0B9-6898CF79F93A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9E85E6F-2BA6-4FB9-8A69-D382D6048657}" type="pres">
      <dgm:prSet presAssocID="{0F76AD2B-481D-45F1-A0B9-6898CF79F93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CA3950FB-5767-4D8C-B29D-80B820D7904A}" type="pres">
      <dgm:prSet presAssocID="{0F76AD2B-481D-45F1-A0B9-6898CF79F93A}" presName="spaceRect" presStyleCnt="0"/>
      <dgm:spPr/>
    </dgm:pt>
    <dgm:pt modelId="{F34952EE-1354-4741-A554-76212603BC1A}" type="pres">
      <dgm:prSet presAssocID="{0F76AD2B-481D-45F1-A0B9-6898CF79F93A}" presName="textRect" presStyleLbl="revTx" presStyleIdx="1" presStyleCnt="3">
        <dgm:presLayoutVars>
          <dgm:chMax val="1"/>
          <dgm:chPref val="1"/>
        </dgm:presLayoutVars>
      </dgm:prSet>
      <dgm:spPr/>
    </dgm:pt>
    <dgm:pt modelId="{B450ABDF-3CF9-4FBE-944B-FD9B09EADE38}" type="pres">
      <dgm:prSet presAssocID="{D70980A3-2E81-4653-8EBC-3524AC273CAC}" presName="sibTrans" presStyleCnt="0"/>
      <dgm:spPr/>
    </dgm:pt>
    <dgm:pt modelId="{EE445388-3444-44F8-9061-ED46E527A35B}" type="pres">
      <dgm:prSet presAssocID="{7BF5DD28-8B13-4CFD-A535-C6845A3068B8}" presName="compNode" presStyleCnt="0"/>
      <dgm:spPr/>
    </dgm:pt>
    <dgm:pt modelId="{CDA794E2-1C51-4EA1-8E7E-85DAE55C4CA1}" type="pres">
      <dgm:prSet presAssocID="{7BF5DD28-8B13-4CFD-A535-C6845A3068B8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A0F689A-72AA-4A3E-B6B9-21EA72EB2F0D}" type="pres">
      <dgm:prSet presAssocID="{7BF5DD28-8B13-4CFD-A535-C6845A3068B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3827CA84-54C0-4F9B-BEA6-69F3FD3026F0}" type="pres">
      <dgm:prSet presAssocID="{7BF5DD28-8B13-4CFD-A535-C6845A3068B8}" presName="spaceRect" presStyleCnt="0"/>
      <dgm:spPr/>
    </dgm:pt>
    <dgm:pt modelId="{89E94C9D-508D-4F0F-9400-CAA373C598C8}" type="pres">
      <dgm:prSet presAssocID="{7BF5DD28-8B13-4CFD-A535-C6845A3068B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E4DAE10-F3EF-42B2-A9F9-E91220510715}" type="presOf" srcId="{4883B6DB-DE73-4DF0-87F7-D9E890750EE3}" destId="{B4CFB411-C41E-4A73-8409-117E7AFDF28F}" srcOrd="0" destOrd="0" presId="urn:microsoft.com/office/officeart/2018/5/layout/IconLeafLabelList"/>
    <dgm:cxn modelId="{8BD70B19-3358-480F-8E7B-C4351678F13E}" srcId="{7E79EECA-4808-4DF0-84D6-4427D003C3EA}" destId="{7BF5DD28-8B13-4CFD-A535-C6845A3068B8}" srcOrd="2" destOrd="0" parTransId="{B815DD27-39EE-434E-A004-8D2F1DBE31C1}" sibTransId="{0DF8291D-C176-4998-914F-0F395AF16F70}"/>
    <dgm:cxn modelId="{51363522-6358-40AB-A6F4-FFE0B690C94B}" srcId="{7E79EECA-4808-4DF0-84D6-4427D003C3EA}" destId="{0F76AD2B-481D-45F1-A0B9-6898CF79F93A}" srcOrd="1" destOrd="0" parTransId="{7383889A-E3D6-4C0A-96CD-8A09B6A8A434}" sibTransId="{D70980A3-2E81-4653-8EBC-3524AC273CAC}"/>
    <dgm:cxn modelId="{854097BA-D9A9-42F2-A4DE-45AD2813970E}" type="presOf" srcId="{7E79EECA-4808-4DF0-84D6-4427D003C3EA}" destId="{701CB90F-2729-4049-93AA-3944C919CBF8}" srcOrd="0" destOrd="0" presId="urn:microsoft.com/office/officeart/2018/5/layout/IconLeafLabelList"/>
    <dgm:cxn modelId="{63DCB0CC-78B2-4481-84C5-733A7C390D2E}" type="presOf" srcId="{0F76AD2B-481D-45F1-A0B9-6898CF79F93A}" destId="{F34952EE-1354-4741-A554-76212603BC1A}" srcOrd="0" destOrd="0" presId="urn:microsoft.com/office/officeart/2018/5/layout/IconLeafLabelList"/>
    <dgm:cxn modelId="{0FCFAEE6-CFAE-4279-AC4F-4934915F70DB}" srcId="{7E79EECA-4808-4DF0-84D6-4427D003C3EA}" destId="{4883B6DB-DE73-4DF0-87F7-D9E890750EE3}" srcOrd="0" destOrd="0" parTransId="{74C408C5-511E-4FC4-9792-6AD95CE46523}" sibTransId="{4ED01C8C-0CDF-4D44-82B9-C00E724DB39E}"/>
    <dgm:cxn modelId="{C95A5DFD-1283-4685-A5C5-2379134F26B9}" type="presOf" srcId="{7BF5DD28-8B13-4CFD-A535-C6845A3068B8}" destId="{89E94C9D-508D-4F0F-9400-CAA373C598C8}" srcOrd="0" destOrd="0" presId="urn:microsoft.com/office/officeart/2018/5/layout/IconLeafLabelList"/>
    <dgm:cxn modelId="{7D6C4AB2-2D94-4A08-A12C-07722A52BD9C}" type="presParOf" srcId="{701CB90F-2729-4049-93AA-3944C919CBF8}" destId="{C8AAB1D5-AD5C-4EDE-9B2B-6F5C894F946C}" srcOrd="0" destOrd="0" presId="urn:microsoft.com/office/officeart/2018/5/layout/IconLeafLabelList"/>
    <dgm:cxn modelId="{565FC96B-2374-41F8-9F54-1818C80C7FFE}" type="presParOf" srcId="{C8AAB1D5-AD5C-4EDE-9B2B-6F5C894F946C}" destId="{9D1F0B6F-435E-4ED3-ACB3-54FF0AACA20D}" srcOrd="0" destOrd="0" presId="urn:microsoft.com/office/officeart/2018/5/layout/IconLeafLabelList"/>
    <dgm:cxn modelId="{A2A413BD-0AB8-49DF-B0F0-C25B0A99C5E2}" type="presParOf" srcId="{C8AAB1D5-AD5C-4EDE-9B2B-6F5C894F946C}" destId="{0143E893-B5E0-4D23-95F9-59F3E8EF3470}" srcOrd="1" destOrd="0" presId="urn:microsoft.com/office/officeart/2018/5/layout/IconLeafLabelList"/>
    <dgm:cxn modelId="{E110D04D-667F-41D0-841F-BA166E24A1B3}" type="presParOf" srcId="{C8AAB1D5-AD5C-4EDE-9B2B-6F5C894F946C}" destId="{52625226-B524-4844-88C2-1ED75ACE75E4}" srcOrd="2" destOrd="0" presId="urn:microsoft.com/office/officeart/2018/5/layout/IconLeafLabelList"/>
    <dgm:cxn modelId="{491C51F4-2869-46FC-8987-8ACD96F06E4A}" type="presParOf" srcId="{C8AAB1D5-AD5C-4EDE-9B2B-6F5C894F946C}" destId="{B4CFB411-C41E-4A73-8409-117E7AFDF28F}" srcOrd="3" destOrd="0" presId="urn:microsoft.com/office/officeart/2018/5/layout/IconLeafLabelList"/>
    <dgm:cxn modelId="{6E108C94-E75A-4C3E-A0D6-9E67FE86B995}" type="presParOf" srcId="{701CB90F-2729-4049-93AA-3944C919CBF8}" destId="{D33383E7-652F-43A5-9995-41028FD447D8}" srcOrd="1" destOrd="0" presId="urn:microsoft.com/office/officeart/2018/5/layout/IconLeafLabelList"/>
    <dgm:cxn modelId="{A3940CA7-975C-4925-8F04-E3DDCFE2E937}" type="presParOf" srcId="{701CB90F-2729-4049-93AA-3944C919CBF8}" destId="{F08EB0A9-D736-4EB3-B414-3FF7319C8C3F}" srcOrd="2" destOrd="0" presId="urn:microsoft.com/office/officeart/2018/5/layout/IconLeafLabelList"/>
    <dgm:cxn modelId="{DE8E828D-E9FC-4619-ADDE-6C3BB559DCC9}" type="presParOf" srcId="{F08EB0A9-D736-4EB3-B414-3FF7319C8C3F}" destId="{DDC80B3C-40FD-4A29-B920-E3DBAA94FA1F}" srcOrd="0" destOrd="0" presId="urn:microsoft.com/office/officeart/2018/5/layout/IconLeafLabelList"/>
    <dgm:cxn modelId="{0DE606E3-B35D-40AD-9784-C345AB28422E}" type="presParOf" srcId="{F08EB0A9-D736-4EB3-B414-3FF7319C8C3F}" destId="{69E85E6F-2BA6-4FB9-8A69-D382D6048657}" srcOrd="1" destOrd="0" presId="urn:microsoft.com/office/officeart/2018/5/layout/IconLeafLabelList"/>
    <dgm:cxn modelId="{ADFE244A-E942-4C79-91BF-8A976ECE4729}" type="presParOf" srcId="{F08EB0A9-D736-4EB3-B414-3FF7319C8C3F}" destId="{CA3950FB-5767-4D8C-B29D-80B820D7904A}" srcOrd="2" destOrd="0" presId="urn:microsoft.com/office/officeart/2018/5/layout/IconLeafLabelList"/>
    <dgm:cxn modelId="{8B17C124-FE45-40CA-AFEE-567C5682AF49}" type="presParOf" srcId="{F08EB0A9-D736-4EB3-B414-3FF7319C8C3F}" destId="{F34952EE-1354-4741-A554-76212603BC1A}" srcOrd="3" destOrd="0" presId="urn:microsoft.com/office/officeart/2018/5/layout/IconLeafLabelList"/>
    <dgm:cxn modelId="{DFA53E09-C123-476D-B7C5-F6341A80671B}" type="presParOf" srcId="{701CB90F-2729-4049-93AA-3944C919CBF8}" destId="{B450ABDF-3CF9-4FBE-944B-FD9B09EADE38}" srcOrd="3" destOrd="0" presId="urn:microsoft.com/office/officeart/2018/5/layout/IconLeafLabelList"/>
    <dgm:cxn modelId="{6A02CDED-A6E2-426C-ACAB-FEF06F1DF53D}" type="presParOf" srcId="{701CB90F-2729-4049-93AA-3944C919CBF8}" destId="{EE445388-3444-44F8-9061-ED46E527A35B}" srcOrd="4" destOrd="0" presId="urn:microsoft.com/office/officeart/2018/5/layout/IconLeafLabelList"/>
    <dgm:cxn modelId="{7BB3E9E6-1C5D-4C03-A4B9-C67E027FBA79}" type="presParOf" srcId="{EE445388-3444-44F8-9061-ED46E527A35B}" destId="{CDA794E2-1C51-4EA1-8E7E-85DAE55C4CA1}" srcOrd="0" destOrd="0" presId="urn:microsoft.com/office/officeart/2018/5/layout/IconLeafLabelList"/>
    <dgm:cxn modelId="{C580E94A-C64F-4189-9F89-7CB4CE1E380E}" type="presParOf" srcId="{EE445388-3444-44F8-9061-ED46E527A35B}" destId="{EA0F689A-72AA-4A3E-B6B9-21EA72EB2F0D}" srcOrd="1" destOrd="0" presId="urn:microsoft.com/office/officeart/2018/5/layout/IconLeafLabelList"/>
    <dgm:cxn modelId="{829998D5-5296-4C0E-847D-008CAE5E6F69}" type="presParOf" srcId="{EE445388-3444-44F8-9061-ED46E527A35B}" destId="{3827CA84-54C0-4F9B-BEA6-69F3FD3026F0}" srcOrd="2" destOrd="0" presId="urn:microsoft.com/office/officeart/2018/5/layout/IconLeafLabelList"/>
    <dgm:cxn modelId="{269C3F34-F038-4D9F-A6F9-3140B9EB72E7}" type="presParOf" srcId="{EE445388-3444-44F8-9061-ED46E527A35B}" destId="{89E94C9D-508D-4F0F-9400-CAA373C598C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282450-0E0D-4122-8D47-FD0375152AE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3E1F6F-0859-47E9-A314-A8406C7C371F}">
      <dgm:prSet/>
      <dgm:spPr/>
      <dgm:t>
        <a:bodyPr/>
        <a:lstStyle/>
        <a:p>
          <a:r>
            <a:rPr lang="en-US"/>
            <a:t>SOs dataset includes order lines, booked dates, quantities, amounts, country, system, factory, cell.</a:t>
          </a:r>
        </a:p>
      </dgm:t>
    </dgm:pt>
    <dgm:pt modelId="{E3C5B6C7-0531-47E6-B6CE-1C9EF03E9EA1}" type="parTrans" cxnId="{100EFAED-28B1-4F16-8507-D12380BE05A5}">
      <dgm:prSet/>
      <dgm:spPr/>
      <dgm:t>
        <a:bodyPr/>
        <a:lstStyle/>
        <a:p>
          <a:endParaRPr lang="en-US"/>
        </a:p>
      </dgm:t>
    </dgm:pt>
    <dgm:pt modelId="{60D5CADC-2124-4917-9560-FE1B2FA24D74}" type="sibTrans" cxnId="{100EFAED-28B1-4F16-8507-D12380BE05A5}">
      <dgm:prSet/>
      <dgm:spPr/>
      <dgm:t>
        <a:bodyPr/>
        <a:lstStyle/>
        <a:p>
          <a:endParaRPr lang="en-US"/>
        </a:p>
      </dgm:t>
    </dgm:pt>
    <dgm:pt modelId="{2ECB6F84-D9CA-4059-877D-9374DF6C42D1}">
      <dgm:prSet/>
      <dgm:spPr/>
      <dgm:t>
        <a:bodyPr/>
        <a:lstStyle/>
        <a:p>
          <a:r>
            <a:rPr lang="en-US"/>
            <a:t>Time range: multi-year monthly data; many SKUs have intermittent demand.</a:t>
          </a:r>
        </a:p>
      </dgm:t>
    </dgm:pt>
    <dgm:pt modelId="{4D453C61-0895-44FC-AC22-B6BBFC219D36}" type="parTrans" cxnId="{4047E519-97D7-4F85-A093-848D38E39E81}">
      <dgm:prSet/>
      <dgm:spPr/>
      <dgm:t>
        <a:bodyPr/>
        <a:lstStyle/>
        <a:p>
          <a:endParaRPr lang="en-US"/>
        </a:p>
      </dgm:t>
    </dgm:pt>
    <dgm:pt modelId="{241C1F39-E4ED-46D9-A736-E0EFF2E135D1}" type="sibTrans" cxnId="{4047E519-97D7-4F85-A093-848D38E39E81}">
      <dgm:prSet/>
      <dgm:spPr/>
      <dgm:t>
        <a:bodyPr/>
        <a:lstStyle/>
        <a:p>
          <a:endParaRPr lang="en-US"/>
        </a:p>
      </dgm:t>
    </dgm:pt>
    <dgm:pt modelId="{D95EE070-4A9B-4ADE-BBEB-14EB2E58CB69}">
      <dgm:prSet/>
      <dgm:spPr/>
      <dgm:t>
        <a:bodyPr/>
        <a:lstStyle/>
        <a:p>
          <a:r>
            <a:rPr lang="en-US"/>
            <a:t>Quality checks applied: missing SKUs, missing dates, split quantities detection.</a:t>
          </a:r>
        </a:p>
      </dgm:t>
    </dgm:pt>
    <dgm:pt modelId="{C9CB49DC-D7A7-4469-95BA-9C3DCA4BAA57}" type="parTrans" cxnId="{1164927F-70B2-4FB7-AE91-551D612BEC8D}">
      <dgm:prSet/>
      <dgm:spPr/>
      <dgm:t>
        <a:bodyPr/>
        <a:lstStyle/>
        <a:p>
          <a:endParaRPr lang="en-US"/>
        </a:p>
      </dgm:t>
    </dgm:pt>
    <dgm:pt modelId="{E9AED90C-AD01-4A59-93E5-3916569D97E4}" type="sibTrans" cxnId="{1164927F-70B2-4FB7-AE91-551D612BEC8D}">
      <dgm:prSet/>
      <dgm:spPr/>
      <dgm:t>
        <a:bodyPr/>
        <a:lstStyle/>
        <a:p>
          <a:endParaRPr lang="en-US"/>
        </a:p>
      </dgm:t>
    </dgm:pt>
    <dgm:pt modelId="{F0E33AA4-EFCE-4685-BBB2-6545D4A56000}" type="pres">
      <dgm:prSet presAssocID="{C7282450-0E0D-4122-8D47-FD0375152AED}" presName="root" presStyleCnt="0">
        <dgm:presLayoutVars>
          <dgm:dir/>
          <dgm:resizeHandles val="exact"/>
        </dgm:presLayoutVars>
      </dgm:prSet>
      <dgm:spPr/>
    </dgm:pt>
    <dgm:pt modelId="{5FF916EC-F85D-4D2E-9BB6-B96781B34BF0}" type="pres">
      <dgm:prSet presAssocID="{9D3E1F6F-0859-47E9-A314-A8406C7C371F}" presName="compNode" presStyleCnt="0"/>
      <dgm:spPr/>
    </dgm:pt>
    <dgm:pt modelId="{54B87695-6942-4F21-BAF9-C6722DC37D58}" type="pres">
      <dgm:prSet presAssocID="{9D3E1F6F-0859-47E9-A314-A8406C7C37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886E686-6617-4E0E-8C45-18A30D60C825}" type="pres">
      <dgm:prSet presAssocID="{9D3E1F6F-0859-47E9-A314-A8406C7C371F}" presName="spaceRect" presStyleCnt="0"/>
      <dgm:spPr/>
    </dgm:pt>
    <dgm:pt modelId="{8292A077-CF6D-4A38-B1F5-0ADE2A88476F}" type="pres">
      <dgm:prSet presAssocID="{9D3E1F6F-0859-47E9-A314-A8406C7C371F}" presName="textRect" presStyleLbl="revTx" presStyleIdx="0" presStyleCnt="3">
        <dgm:presLayoutVars>
          <dgm:chMax val="1"/>
          <dgm:chPref val="1"/>
        </dgm:presLayoutVars>
      </dgm:prSet>
      <dgm:spPr/>
    </dgm:pt>
    <dgm:pt modelId="{431A6317-E8B4-48E9-B768-80E54ADB71F6}" type="pres">
      <dgm:prSet presAssocID="{60D5CADC-2124-4917-9560-FE1B2FA24D74}" presName="sibTrans" presStyleCnt="0"/>
      <dgm:spPr/>
    </dgm:pt>
    <dgm:pt modelId="{FC59A096-16C9-47F7-9E50-2563B6C30D71}" type="pres">
      <dgm:prSet presAssocID="{2ECB6F84-D9CA-4059-877D-9374DF6C42D1}" presName="compNode" presStyleCnt="0"/>
      <dgm:spPr/>
    </dgm:pt>
    <dgm:pt modelId="{82A6BFCA-186B-484E-86BE-2E6D11841562}" type="pres">
      <dgm:prSet presAssocID="{2ECB6F84-D9CA-4059-877D-9374DF6C42D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962DDEB7-F690-4D52-9C27-2389EB54EE3E}" type="pres">
      <dgm:prSet presAssocID="{2ECB6F84-D9CA-4059-877D-9374DF6C42D1}" presName="spaceRect" presStyleCnt="0"/>
      <dgm:spPr/>
    </dgm:pt>
    <dgm:pt modelId="{DDAF7565-6F5D-4429-987A-EA6635EA8BE7}" type="pres">
      <dgm:prSet presAssocID="{2ECB6F84-D9CA-4059-877D-9374DF6C42D1}" presName="textRect" presStyleLbl="revTx" presStyleIdx="1" presStyleCnt="3">
        <dgm:presLayoutVars>
          <dgm:chMax val="1"/>
          <dgm:chPref val="1"/>
        </dgm:presLayoutVars>
      </dgm:prSet>
      <dgm:spPr/>
    </dgm:pt>
    <dgm:pt modelId="{F49BEED8-D366-451F-A852-6FEEA94CF96B}" type="pres">
      <dgm:prSet presAssocID="{241C1F39-E4ED-46D9-A736-E0EFF2E135D1}" presName="sibTrans" presStyleCnt="0"/>
      <dgm:spPr/>
    </dgm:pt>
    <dgm:pt modelId="{5BE6BB67-E59E-44C9-8E71-7D25355333BA}" type="pres">
      <dgm:prSet presAssocID="{D95EE070-4A9B-4ADE-BBEB-14EB2E58CB69}" presName="compNode" presStyleCnt="0"/>
      <dgm:spPr/>
    </dgm:pt>
    <dgm:pt modelId="{71E91469-5946-4F7E-90FB-CBE09E6578D8}" type="pres">
      <dgm:prSet presAssocID="{D95EE070-4A9B-4ADE-BBEB-14EB2E58CB6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0289F4E6-78A6-4174-8F9D-B3E761144E6A}" type="pres">
      <dgm:prSet presAssocID="{D95EE070-4A9B-4ADE-BBEB-14EB2E58CB69}" presName="spaceRect" presStyleCnt="0"/>
      <dgm:spPr/>
    </dgm:pt>
    <dgm:pt modelId="{73C99757-CC42-420F-A5F1-1021B375E937}" type="pres">
      <dgm:prSet presAssocID="{D95EE070-4A9B-4ADE-BBEB-14EB2E58CB6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047E519-97D7-4F85-A093-848D38E39E81}" srcId="{C7282450-0E0D-4122-8D47-FD0375152AED}" destId="{2ECB6F84-D9CA-4059-877D-9374DF6C42D1}" srcOrd="1" destOrd="0" parTransId="{4D453C61-0895-44FC-AC22-B6BBFC219D36}" sibTransId="{241C1F39-E4ED-46D9-A736-E0EFF2E135D1}"/>
    <dgm:cxn modelId="{7B7ECF6E-95A8-4425-B660-BB07A559589C}" type="presOf" srcId="{C7282450-0E0D-4122-8D47-FD0375152AED}" destId="{F0E33AA4-EFCE-4685-BBB2-6545D4A56000}" srcOrd="0" destOrd="0" presId="urn:microsoft.com/office/officeart/2018/2/layout/IconLabelList"/>
    <dgm:cxn modelId="{B0AEA278-324F-4226-97AC-3BCC80A5F9A4}" type="presOf" srcId="{2ECB6F84-D9CA-4059-877D-9374DF6C42D1}" destId="{DDAF7565-6F5D-4429-987A-EA6635EA8BE7}" srcOrd="0" destOrd="0" presId="urn:microsoft.com/office/officeart/2018/2/layout/IconLabelList"/>
    <dgm:cxn modelId="{1164927F-70B2-4FB7-AE91-551D612BEC8D}" srcId="{C7282450-0E0D-4122-8D47-FD0375152AED}" destId="{D95EE070-4A9B-4ADE-BBEB-14EB2E58CB69}" srcOrd="2" destOrd="0" parTransId="{C9CB49DC-D7A7-4469-95BA-9C3DCA4BAA57}" sibTransId="{E9AED90C-AD01-4A59-93E5-3916569D97E4}"/>
    <dgm:cxn modelId="{479E16AA-AAAC-487D-A8DD-121B4D21BF7C}" type="presOf" srcId="{9D3E1F6F-0859-47E9-A314-A8406C7C371F}" destId="{8292A077-CF6D-4A38-B1F5-0ADE2A88476F}" srcOrd="0" destOrd="0" presId="urn:microsoft.com/office/officeart/2018/2/layout/IconLabelList"/>
    <dgm:cxn modelId="{100EFAED-28B1-4F16-8507-D12380BE05A5}" srcId="{C7282450-0E0D-4122-8D47-FD0375152AED}" destId="{9D3E1F6F-0859-47E9-A314-A8406C7C371F}" srcOrd="0" destOrd="0" parTransId="{E3C5B6C7-0531-47E6-B6CE-1C9EF03E9EA1}" sibTransId="{60D5CADC-2124-4917-9560-FE1B2FA24D74}"/>
    <dgm:cxn modelId="{4F674BEE-5061-498D-8984-9F6E37545C37}" type="presOf" srcId="{D95EE070-4A9B-4ADE-BBEB-14EB2E58CB69}" destId="{73C99757-CC42-420F-A5F1-1021B375E937}" srcOrd="0" destOrd="0" presId="urn:microsoft.com/office/officeart/2018/2/layout/IconLabelList"/>
    <dgm:cxn modelId="{649C4850-29BE-4264-8040-9F1EAD71041F}" type="presParOf" srcId="{F0E33AA4-EFCE-4685-BBB2-6545D4A56000}" destId="{5FF916EC-F85D-4D2E-9BB6-B96781B34BF0}" srcOrd="0" destOrd="0" presId="urn:microsoft.com/office/officeart/2018/2/layout/IconLabelList"/>
    <dgm:cxn modelId="{4C6FCA7A-7832-4E81-8871-234BABAE52B3}" type="presParOf" srcId="{5FF916EC-F85D-4D2E-9BB6-B96781B34BF0}" destId="{54B87695-6942-4F21-BAF9-C6722DC37D58}" srcOrd="0" destOrd="0" presId="urn:microsoft.com/office/officeart/2018/2/layout/IconLabelList"/>
    <dgm:cxn modelId="{C17BE435-E42E-4738-8639-873DC3210E25}" type="presParOf" srcId="{5FF916EC-F85D-4D2E-9BB6-B96781B34BF0}" destId="{A886E686-6617-4E0E-8C45-18A30D60C825}" srcOrd="1" destOrd="0" presId="urn:microsoft.com/office/officeart/2018/2/layout/IconLabelList"/>
    <dgm:cxn modelId="{740DFD09-417F-46F4-9B6C-EDB1C9D3FBB2}" type="presParOf" srcId="{5FF916EC-F85D-4D2E-9BB6-B96781B34BF0}" destId="{8292A077-CF6D-4A38-B1F5-0ADE2A88476F}" srcOrd="2" destOrd="0" presId="urn:microsoft.com/office/officeart/2018/2/layout/IconLabelList"/>
    <dgm:cxn modelId="{D5635951-7C31-4359-B671-E8087F833F43}" type="presParOf" srcId="{F0E33AA4-EFCE-4685-BBB2-6545D4A56000}" destId="{431A6317-E8B4-48E9-B768-80E54ADB71F6}" srcOrd="1" destOrd="0" presId="urn:microsoft.com/office/officeart/2018/2/layout/IconLabelList"/>
    <dgm:cxn modelId="{9606E204-B5D4-40B9-B990-6A0053DB04BE}" type="presParOf" srcId="{F0E33AA4-EFCE-4685-BBB2-6545D4A56000}" destId="{FC59A096-16C9-47F7-9E50-2563B6C30D71}" srcOrd="2" destOrd="0" presId="urn:microsoft.com/office/officeart/2018/2/layout/IconLabelList"/>
    <dgm:cxn modelId="{9E520593-809F-4435-B695-734BDB3CA9F1}" type="presParOf" srcId="{FC59A096-16C9-47F7-9E50-2563B6C30D71}" destId="{82A6BFCA-186B-484E-86BE-2E6D11841562}" srcOrd="0" destOrd="0" presId="urn:microsoft.com/office/officeart/2018/2/layout/IconLabelList"/>
    <dgm:cxn modelId="{F378E835-DC9D-4FE8-BBAF-781BEE1F044D}" type="presParOf" srcId="{FC59A096-16C9-47F7-9E50-2563B6C30D71}" destId="{962DDEB7-F690-4D52-9C27-2389EB54EE3E}" srcOrd="1" destOrd="0" presId="urn:microsoft.com/office/officeart/2018/2/layout/IconLabelList"/>
    <dgm:cxn modelId="{43B2B758-E95C-445D-A13E-6B150D85000D}" type="presParOf" srcId="{FC59A096-16C9-47F7-9E50-2563B6C30D71}" destId="{DDAF7565-6F5D-4429-987A-EA6635EA8BE7}" srcOrd="2" destOrd="0" presId="urn:microsoft.com/office/officeart/2018/2/layout/IconLabelList"/>
    <dgm:cxn modelId="{C9760D3D-FE7A-428E-BE29-BB7FAAEB877A}" type="presParOf" srcId="{F0E33AA4-EFCE-4685-BBB2-6545D4A56000}" destId="{F49BEED8-D366-451F-A852-6FEEA94CF96B}" srcOrd="3" destOrd="0" presId="urn:microsoft.com/office/officeart/2018/2/layout/IconLabelList"/>
    <dgm:cxn modelId="{B2A95E4B-23E7-4D8B-9E05-E1A85D85F97C}" type="presParOf" srcId="{F0E33AA4-EFCE-4685-BBB2-6545D4A56000}" destId="{5BE6BB67-E59E-44C9-8E71-7D25355333BA}" srcOrd="4" destOrd="0" presId="urn:microsoft.com/office/officeart/2018/2/layout/IconLabelList"/>
    <dgm:cxn modelId="{6F5808D1-C0D0-44BF-90CC-064697C5CB9B}" type="presParOf" srcId="{5BE6BB67-E59E-44C9-8E71-7D25355333BA}" destId="{71E91469-5946-4F7E-90FB-CBE09E6578D8}" srcOrd="0" destOrd="0" presId="urn:microsoft.com/office/officeart/2018/2/layout/IconLabelList"/>
    <dgm:cxn modelId="{38159F3B-E226-4579-8E0A-B870D3BEA28C}" type="presParOf" srcId="{5BE6BB67-E59E-44C9-8E71-7D25355333BA}" destId="{0289F4E6-78A6-4174-8F9D-B3E761144E6A}" srcOrd="1" destOrd="0" presId="urn:microsoft.com/office/officeart/2018/2/layout/IconLabelList"/>
    <dgm:cxn modelId="{1CB60E8D-93CD-4926-856D-217BD16019A0}" type="presParOf" srcId="{5BE6BB67-E59E-44C9-8E71-7D25355333BA}" destId="{73C99757-CC42-420F-A5F1-1021B375E9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1AC1778-1AF7-438A-910C-1A2B8E396F1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096384D-07F2-4935-8F23-CC2E67DEE027}">
      <dgm:prSet/>
      <dgm:spPr/>
      <dgm:t>
        <a:bodyPr/>
        <a:lstStyle/>
        <a:p>
          <a:r>
            <a:rPr lang="en-US"/>
            <a:t>Advanced preprocessing: cleaning, split quantity aggregation, dimensional views.</a:t>
          </a:r>
        </a:p>
      </dgm:t>
    </dgm:pt>
    <dgm:pt modelId="{64146E02-7706-4BBF-B20A-22BAA247D8B5}" type="parTrans" cxnId="{E16F70FE-8A03-4C40-AC25-4AF05A56B601}">
      <dgm:prSet/>
      <dgm:spPr/>
      <dgm:t>
        <a:bodyPr/>
        <a:lstStyle/>
        <a:p>
          <a:endParaRPr lang="en-US"/>
        </a:p>
      </dgm:t>
    </dgm:pt>
    <dgm:pt modelId="{9549A59B-1DD7-432C-8B83-1BB211AACEFD}" type="sibTrans" cxnId="{E16F70FE-8A03-4C40-AC25-4AF05A56B601}">
      <dgm:prSet/>
      <dgm:spPr/>
      <dgm:t>
        <a:bodyPr/>
        <a:lstStyle/>
        <a:p>
          <a:endParaRPr lang="en-US"/>
        </a:p>
      </dgm:t>
    </dgm:pt>
    <dgm:pt modelId="{4CE6D341-3FAC-4064-BB30-3AF418192F07}">
      <dgm:prSet/>
      <dgm:spPr/>
      <dgm:t>
        <a:bodyPr/>
        <a:lstStyle/>
        <a:p>
          <a:r>
            <a:rPr lang="en-US"/>
            <a:t>Run 15+ models per SKU: intermittent methods, statistical, ML, deep learning, custom growth model.</a:t>
          </a:r>
        </a:p>
      </dgm:t>
    </dgm:pt>
    <dgm:pt modelId="{3B3E435F-54F8-4D84-9EA5-8240297D44BD}" type="parTrans" cxnId="{7C86C2C0-92D9-4E0E-BB81-985395B43357}">
      <dgm:prSet/>
      <dgm:spPr/>
      <dgm:t>
        <a:bodyPr/>
        <a:lstStyle/>
        <a:p>
          <a:endParaRPr lang="en-US"/>
        </a:p>
      </dgm:t>
    </dgm:pt>
    <dgm:pt modelId="{E54DF2AF-AA71-4B33-8A92-63BA904405EE}" type="sibTrans" cxnId="{7C86C2C0-92D9-4E0E-BB81-985395B43357}">
      <dgm:prSet/>
      <dgm:spPr/>
      <dgm:t>
        <a:bodyPr/>
        <a:lstStyle/>
        <a:p>
          <a:endParaRPr lang="en-US"/>
        </a:p>
      </dgm:t>
    </dgm:pt>
    <dgm:pt modelId="{F4B1DD4A-86FA-4802-9328-9E49AFDCBFFE}">
      <dgm:prSet/>
      <dgm:spPr/>
      <dgm:t>
        <a:bodyPr/>
        <a:lstStyle/>
        <a:p>
          <a:r>
            <a:rPr lang="en-US"/>
            <a:t>Model selection using rolling-window error metrics and benchmark moving averages.</a:t>
          </a:r>
        </a:p>
      </dgm:t>
    </dgm:pt>
    <dgm:pt modelId="{C0590F41-B641-43E6-BBF0-2A586BBF84B6}" type="parTrans" cxnId="{620AE084-3721-4298-9C8E-8D82BC35EBE9}">
      <dgm:prSet/>
      <dgm:spPr/>
      <dgm:t>
        <a:bodyPr/>
        <a:lstStyle/>
        <a:p>
          <a:endParaRPr lang="en-US"/>
        </a:p>
      </dgm:t>
    </dgm:pt>
    <dgm:pt modelId="{BA89BEB8-4B54-45C9-A45A-5445CBE43F80}" type="sibTrans" cxnId="{620AE084-3721-4298-9C8E-8D82BC35EBE9}">
      <dgm:prSet/>
      <dgm:spPr/>
      <dgm:t>
        <a:bodyPr/>
        <a:lstStyle/>
        <a:p>
          <a:endParaRPr lang="en-US"/>
        </a:p>
      </dgm:t>
    </dgm:pt>
    <dgm:pt modelId="{74E20CA1-9466-4495-AAA8-B2ACEE4F0795}" type="pres">
      <dgm:prSet presAssocID="{C1AC1778-1AF7-438A-910C-1A2B8E396F17}" presName="root" presStyleCnt="0">
        <dgm:presLayoutVars>
          <dgm:dir/>
          <dgm:resizeHandles val="exact"/>
        </dgm:presLayoutVars>
      </dgm:prSet>
      <dgm:spPr/>
    </dgm:pt>
    <dgm:pt modelId="{C0C093F1-10F2-46B9-9144-A0B192178D0B}" type="pres">
      <dgm:prSet presAssocID="{C096384D-07F2-4935-8F23-CC2E67DEE027}" presName="compNode" presStyleCnt="0"/>
      <dgm:spPr/>
    </dgm:pt>
    <dgm:pt modelId="{C065EE27-27C2-4234-A2CE-ADE816088816}" type="pres">
      <dgm:prSet presAssocID="{C096384D-07F2-4935-8F23-CC2E67DEE0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69F04F8B-7C75-45C4-9CF3-159B2FE17DD1}" type="pres">
      <dgm:prSet presAssocID="{C096384D-07F2-4935-8F23-CC2E67DEE027}" presName="spaceRect" presStyleCnt="0"/>
      <dgm:spPr/>
    </dgm:pt>
    <dgm:pt modelId="{92799E7A-C771-4BD9-93E1-E83AA18FA7A3}" type="pres">
      <dgm:prSet presAssocID="{C096384D-07F2-4935-8F23-CC2E67DEE027}" presName="textRect" presStyleLbl="revTx" presStyleIdx="0" presStyleCnt="3">
        <dgm:presLayoutVars>
          <dgm:chMax val="1"/>
          <dgm:chPref val="1"/>
        </dgm:presLayoutVars>
      </dgm:prSet>
      <dgm:spPr/>
    </dgm:pt>
    <dgm:pt modelId="{518C0218-7E49-4508-AD47-381765947206}" type="pres">
      <dgm:prSet presAssocID="{9549A59B-1DD7-432C-8B83-1BB211AACEFD}" presName="sibTrans" presStyleCnt="0"/>
      <dgm:spPr/>
    </dgm:pt>
    <dgm:pt modelId="{42A78652-1B9A-4097-A05B-889538A8BE22}" type="pres">
      <dgm:prSet presAssocID="{4CE6D341-3FAC-4064-BB30-3AF418192F07}" presName="compNode" presStyleCnt="0"/>
      <dgm:spPr/>
    </dgm:pt>
    <dgm:pt modelId="{25755E34-F578-4F20-835A-5850AD09FDA9}" type="pres">
      <dgm:prSet presAssocID="{4CE6D341-3FAC-4064-BB30-3AF418192F0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3FF6741B-9D3F-40A8-A19A-18ED54A9B283}" type="pres">
      <dgm:prSet presAssocID="{4CE6D341-3FAC-4064-BB30-3AF418192F07}" presName="spaceRect" presStyleCnt="0"/>
      <dgm:spPr/>
    </dgm:pt>
    <dgm:pt modelId="{A034D4FF-FC26-4294-9BA2-D1F322A9D204}" type="pres">
      <dgm:prSet presAssocID="{4CE6D341-3FAC-4064-BB30-3AF418192F07}" presName="textRect" presStyleLbl="revTx" presStyleIdx="1" presStyleCnt="3">
        <dgm:presLayoutVars>
          <dgm:chMax val="1"/>
          <dgm:chPref val="1"/>
        </dgm:presLayoutVars>
      </dgm:prSet>
      <dgm:spPr/>
    </dgm:pt>
    <dgm:pt modelId="{32274F39-7B92-4F5B-A894-EDA10DA25F30}" type="pres">
      <dgm:prSet presAssocID="{E54DF2AF-AA71-4B33-8A92-63BA904405EE}" presName="sibTrans" presStyleCnt="0"/>
      <dgm:spPr/>
    </dgm:pt>
    <dgm:pt modelId="{2801067E-FC3D-476B-B69F-FF66EF589C2B}" type="pres">
      <dgm:prSet presAssocID="{F4B1DD4A-86FA-4802-9328-9E49AFDCBFFE}" presName="compNode" presStyleCnt="0"/>
      <dgm:spPr/>
    </dgm:pt>
    <dgm:pt modelId="{30B28305-CE27-461F-8C74-3578AA22D7A9}" type="pres">
      <dgm:prSet presAssocID="{F4B1DD4A-86FA-4802-9328-9E49AFDCBFF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C9C7CA8C-F16D-4268-9CCF-05A93CF63ED0}" type="pres">
      <dgm:prSet presAssocID="{F4B1DD4A-86FA-4802-9328-9E49AFDCBFFE}" presName="spaceRect" presStyleCnt="0"/>
      <dgm:spPr/>
    </dgm:pt>
    <dgm:pt modelId="{6136AA71-F4AE-4BFC-ACE8-50E707BA7F22}" type="pres">
      <dgm:prSet presAssocID="{F4B1DD4A-86FA-4802-9328-9E49AFDCBFF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AF20F41-8A86-4F7E-9C0C-3DB9186BD5B8}" type="presOf" srcId="{F4B1DD4A-86FA-4802-9328-9E49AFDCBFFE}" destId="{6136AA71-F4AE-4BFC-ACE8-50E707BA7F22}" srcOrd="0" destOrd="0" presId="urn:microsoft.com/office/officeart/2018/2/layout/IconLabelList"/>
    <dgm:cxn modelId="{4DEA6A61-E3F2-4E85-AA29-BE018426747F}" type="presOf" srcId="{C1AC1778-1AF7-438A-910C-1A2B8E396F17}" destId="{74E20CA1-9466-4495-AAA8-B2ACEE4F0795}" srcOrd="0" destOrd="0" presId="urn:microsoft.com/office/officeart/2018/2/layout/IconLabelList"/>
    <dgm:cxn modelId="{620AE084-3721-4298-9C8E-8D82BC35EBE9}" srcId="{C1AC1778-1AF7-438A-910C-1A2B8E396F17}" destId="{F4B1DD4A-86FA-4802-9328-9E49AFDCBFFE}" srcOrd="2" destOrd="0" parTransId="{C0590F41-B641-43E6-BBF0-2A586BBF84B6}" sibTransId="{BA89BEB8-4B54-45C9-A45A-5445CBE43F80}"/>
    <dgm:cxn modelId="{7C86C2C0-92D9-4E0E-BB81-985395B43357}" srcId="{C1AC1778-1AF7-438A-910C-1A2B8E396F17}" destId="{4CE6D341-3FAC-4064-BB30-3AF418192F07}" srcOrd="1" destOrd="0" parTransId="{3B3E435F-54F8-4D84-9EA5-8240297D44BD}" sibTransId="{E54DF2AF-AA71-4B33-8A92-63BA904405EE}"/>
    <dgm:cxn modelId="{9BBDB4D6-7620-449B-9B01-24A0008AC421}" type="presOf" srcId="{C096384D-07F2-4935-8F23-CC2E67DEE027}" destId="{92799E7A-C771-4BD9-93E1-E83AA18FA7A3}" srcOrd="0" destOrd="0" presId="urn:microsoft.com/office/officeart/2018/2/layout/IconLabelList"/>
    <dgm:cxn modelId="{6AFF9CD8-083C-487D-825D-76B4559768BB}" type="presOf" srcId="{4CE6D341-3FAC-4064-BB30-3AF418192F07}" destId="{A034D4FF-FC26-4294-9BA2-D1F322A9D204}" srcOrd="0" destOrd="0" presId="urn:microsoft.com/office/officeart/2018/2/layout/IconLabelList"/>
    <dgm:cxn modelId="{E16F70FE-8A03-4C40-AC25-4AF05A56B601}" srcId="{C1AC1778-1AF7-438A-910C-1A2B8E396F17}" destId="{C096384D-07F2-4935-8F23-CC2E67DEE027}" srcOrd="0" destOrd="0" parTransId="{64146E02-7706-4BBF-B20A-22BAA247D8B5}" sibTransId="{9549A59B-1DD7-432C-8B83-1BB211AACEFD}"/>
    <dgm:cxn modelId="{C0828B8D-383D-4006-B5BF-90972FFAED4F}" type="presParOf" srcId="{74E20CA1-9466-4495-AAA8-B2ACEE4F0795}" destId="{C0C093F1-10F2-46B9-9144-A0B192178D0B}" srcOrd="0" destOrd="0" presId="urn:microsoft.com/office/officeart/2018/2/layout/IconLabelList"/>
    <dgm:cxn modelId="{154DF372-BC8A-42A1-8240-4D4249DE9E69}" type="presParOf" srcId="{C0C093F1-10F2-46B9-9144-A0B192178D0B}" destId="{C065EE27-27C2-4234-A2CE-ADE816088816}" srcOrd="0" destOrd="0" presId="urn:microsoft.com/office/officeart/2018/2/layout/IconLabelList"/>
    <dgm:cxn modelId="{7AEBCAB0-1772-4123-8F84-C98F6BBD9D49}" type="presParOf" srcId="{C0C093F1-10F2-46B9-9144-A0B192178D0B}" destId="{69F04F8B-7C75-45C4-9CF3-159B2FE17DD1}" srcOrd="1" destOrd="0" presId="urn:microsoft.com/office/officeart/2018/2/layout/IconLabelList"/>
    <dgm:cxn modelId="{25D854DC-41A2-46A1-8367-1295EAF70670}" type="presParOf" srcId="{C0C093F1-10F2-46B9-9144-A0B192178D0B}" destId="{92799E7A-C771-4BD9-93E1-E83AA18FA7A3}" srcOrd="2" destOrd="0" presId="urn:microsoft.com/office/officeart/2018/2/layout/IconLabelList"/>
    <dgm:cxn modelId="{B6402549-ED29-4928-B11F-DE12096BCC58}" type="presParOf" srcId="{74E20CA1-9466-4495-AAA8-B2ACEE4F0795}" destId="{518C0218-7E49-4508-AD47-381765947206}" srcOrd="1" destOrd="0" presId="urn:microsoft.com/office/officeart/2018/2/layout/IconLabelList"/>
    <dgm:cxn modelId="{9DCDB0EB-E85D-4609-A045-20DEB1C35015}" type="presParOf" srcId="{74E20CA1-9466-4495-AAA8-B2ACEE4F0795}" destId="{42A78652-1B9A-4097-A05B-889538A8BE22}" srcOrd="2" destOrd="0" presId="urn:microsoft.com/office/officeart/2018/2/layout/IconLabelList"/>
    <dgm:cxn modelId="{E232E30F-9DC7-45DF-9563-E177118216E7}" type="presParOf" srcId="{42A78652-1B9A-4097-A05B-889538A8BE22}" destId="{25755E34-F578-4F20-835A-5850AD09FDA9}" srcOrd="0" destOrd="0" presId="urn:microsoft.com/office/officeart/2018/2/layout/IconLabelList"/>
    <dgm:cxn modelId="{37EF486E-D89F-418B-85F2-BD9E29D96044}" type="presParOf" srcId="{42A78652-1B9A-4097-A05B-889538A8BE22}" destId="{3FF6741B-9D3F-40A8-A19A-18ED54A9B283}" srcOrd="1" destOrd="0" presId="urn:microsoft.com/office/officeart/2018/2/layout/IconLabelList"/>
    <dgm:cxn modelId="{780AB56D-C4AA-4C7B-AD10-85606A81F675}" type="presParOf" srcId="{42A78652-1B9A-4097-A05B-889538A8BE22}" destId="{A034D4FF-FC26-4294-9BA2-D1F322A9D204}" srcOrd="2" destOrd="0" presId="urn:microsoft.com/office/officeart/2018/2/layout/IconLabelList"/>
    <dgm:cxn modelId="{730941A9-1993-4F2C-A988-78DA53704546}" type="presParOf" srcId="{74E20CA1-9466-4495-AAA8-B2ACEE4F0795}" destId="{32274F39-7B92-4F5B-A894-EDA10DA25F30}" srcOrd="3" destOrd="0" presId="urn:microsoft.com/office/officeart/2018/2/layout/IconLabelList"/>
    <dgm:cxn modelId="{A527EFF6-B4E0-4910-A152-30E259DE3E9B}" type="presParOf" srcId="{74E20CA1-9466-4495-AAA8-B2ACEE4F0795}" destId="{2801067E-FC3D-476B-B69F-FF66EF589C2B}" srcOrd="4" destOrd="0" presId="urn:microsoft.com/office/officeart/2018/2/layout/IconLabelList"/>
    <dgm:cxn modelId="{BB7ED3E7-9861-4253-B5B9-5D40C9D90411}" type="presParOf" srcId="{2801067E-FC3D-476B-B69F-FF66EF589C2B}" destId="{30B28305-CE27-461F-8C74-3578AA22D7A9}" srcOrd="0" destOrd="0" presId="urn:microsoft.com/office/officeart/2018/2/layout/IconLabelList"/>
    <dgm:cxn modelId="{461A0820-632E-4429-AEE3-9C8AA26C4C03}" type="presParOf" srcId="{2801067E-FC3D-476B-B69F-FF66EF589C2B}" destId="{C9C7CA8C-F16D-4268-9CCF-05A93CF63ED0}" srcOrd="1" destOrd="0" presId="urn:microsoft.com/office/officeart/2018/2/layout/IconLabelList"/>
    <dgm:cxn modelId="{255E8A9C-BA81-4989-B46C-791976270FCD}" type="presParOf" srcId="{2801067E-FC3D-476B-B69F-FF66EF589C2B}" destId="{6136AA71-F4AE-4BFC-ACE8-50E707BA7F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A8B35F-E03B-4821-A351-7E7794892D01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3439489-1873-413C-B83B-E571EA169B42}">
      <dgm:prSet custT="1"/>
      <dgm:spPr/>
      <dgm:t>
        <a:bodyPr/>
        <a:lstStyle/>
        <a:p>
          <a:r>
            <a:rPr lang="en-US" sz="2400" dirty="0"/>
            <a:t>Intermittent: </a:t>
          </a:r>
          <a:r>
            <a:rPr lang="en-US" sz="2400" dirty="0" err="1"/>
            <a:t>Croston</a:t>
          </a:r>
          <a:r>
            <a:rPr lang="en-US" sz="2400" dirty="0"/>
            <a:t>, SBA, TSB, ADIDA, IETS.</a:t>
          </a:r>
        </a:p>
      </dgm:t>
    </dgm:pt>
    <dgm:pt modelId="{A73C2ADB-AB10-4716-AEB1-AE208A1221A5}" type="parTrans" cxnId="{F14A6200-DF2C-4CD3-932E-7D9D4372F6FC}">
      <dgm:prSet/>
      <dgm:spPr/>
      <dgm:t>
        <a:bodyPr/>
        <a:lstStyle/>
        <a:p>
          <a:endParaRPr lang="en-US"/>
        </a:p>
      </dgm:t>
    </dgm:pt>
    <dgm:pt modelId="{3E3B51C2-A33C-43FD-AF1D-F88687F54E6C}" type="sibTrans" cxnId="{F14A6200-DF2C-4CD3-932E-7D9D4372F6FC}">
      <dgm:prSet/>
      <dgm:spPr/>
      <dgm:t>
        <a:bodyPr/>
        <a:lstStyle/>
        <a:p>
          <a:endParaRPr lang="en-US"/>
        </a:p>
      </dgm:t>
    </dgm:pt>
    <dgm:pt modelId="{018F413E-652E-4B28-8783-05F97FC24AFF}">
      <dgm:prSet custT="1"/>
      <dgm:spPr/>
      <dgm:t>
        <a:bodyPr/>
        <a:lstStyle/>
        <a:p>
          <a:r>
            <a:rPr lang="en-US" sz="2400" dirty="0"/>
            <a:t>Statistical: ARIMA, Holt-Winters, Prophet enhanced.</a:t>
          </a:r>
        </a:p>
      </dgm:t>
    </dgm:pt>
    <dgm:pt modelId="{F9466CDA-5D04-4BAD-9A32-88EAFD331F05}" type="parTrans" cxnId="{9F8EC672-EA44-40DE-A993-7F58FD1721FB}">
      <dgm:prSet/>
      <dgm:spPr/>
      <dgm:t>
        <a:bodyPr/>
        <a:lstStyle/>
        <a:p>
          <a:endParaRPr lang="en-US"/>
        </a:p>
      </dgm:t>
    </dgm:pt>
    <dgm:pt modelId="{D5B70232-97B4-4CEB-AB36-D5CE875F0458}" type="sibTrans" cxnId="{9F8EC672-EA44-40DE-A993-7F58FD1721FB}">
      <dgm:prSet/>
      <dgm:spPr/>
      <dgm:t>
        <a:bodyPr/>
        <a:lstStyle/>
        <a:p>
          <a:endParaRPr lang="en-US"/>
        </a:p>
      </dgm:t>
    </dgm:pt>
    <dgm:pt modelId="{3CCD430E-D6D2-499F-8E57-449BAC966C68}">
      <dgm:prSet custT="1"/>
      <dgm:spPr/>
      <dgm:t>
        <a:bodyPr/>
        <a:lstStyle/>
        <a:p>
          <a:r>
            <a:rPr lang="en-US" sz="2400"/>
            <a:t>ML and DL: LightGBM, LSTM; plus Intelligent Growth and ensembles.</a:t>
          </a:r>
        </a:p>
      </dgm:t>
    </dgm:pt>
    <dgm:pt modelId="{1F62BBF0-227C-487A-9D4F-7E8C9C988B1D}" type="parTrans" cxnId="{D2532C37-9CD6-4C62-BECC-B280C41CC70E}">
      <dgm:prSet/>
      <dgm:spPr/>
      <dgm:t>
        <a:bodyPr/>
        <a:lstStyle/>
        <a:p>
          <a:endParaRPr lang="en-US"/>
        </a:p>
      </dgm:t>
    </dgm:pt>
    <dgm:pt modelId="{2DC9D70E-A747-4D6E-AEC9-08E30866F725}" type="sibTrans" cxnId="{D2532C37-9CD6-4C62-BECC-B280C41CC70E}">
      <dgm:prSet/>
      <dgm:spPr/>
      <dgm:t>
        <a:bodyPr/>
        <a:lstStyle/>
        <a:p>
          <a:endParaRPr lang="en-US"/>
        </a:p>
      </dgm:t>
    </dgm:pt>
    <dgm:pt modelId="{8A57267F-60B1-4C81-9610-9C551345E819}" type="pres">
      <dgm:prSet presAssocID="{7FA8B35F-E03B-4821-A351-7E7794892D01}" presName="Name0" presStyleCnt="0">
        <dgm:presLayoutVars>
          <dgm:dir/>
          <dgm:animLvl val="lvl"/>
          <dgm:resizeHandles val="exact"/>
        </dgm:presLayoutVars>
      </dgm:prSet>
      <dgm:spPr/>
    </dgm:pt>
    <dgm:pt modelId="{D2CB06AB-9F26-40D5-80CD-EFE355481C00}" type="pres">
      <dgm:prSet presAssocID="{D3439489-1873-413C-B83B-E571EA169B42}" presName="linNode" presStyleCnt="0"/>
      <dgm:spPr/>
    </dgm:pt>
    <dgm:pt modelId="{9ADA8D0F-A67E-49E4-A390-C232669CD5E6}" type="pres">
      <dgm:prSet presAssocID="{D3439489-1873-413C-B83B-E571EA169B42}" presName="parentText" presStyleLbl="node1" presStyleIdx="0" presStyleCnt="3" custScaleX="164856" custScaleY="130916" custLinFactNeighborX="609" custLinFactNeighborY="-151">
        <dgm:presLayoutVars>
          <dgm:chMax val="1"/>
          <dgm:bulletEnabled val="1"/>
        </dgm:presLayoutVars>
      </dgm:prSet>
      <dgm:spPr/>
    </dgm:pt>
    <dgm:pt modelId="{842728C9-80D5-45C4-8942-E423DDF1663B}" type="pres">
      <dgm:prSet presAssocID="{3E3B51C2-A33C-43FD-AF1D-F88687F54E6C}" presName="sp" presStyleCnt="0"/>
      <dgm:spPr/>
    </dgm:pt>
    <dgm:pt modelId="{6D8979A5-A1A8-48B4-B1C0-1BFC5AC3B6F1}" type="pres">
      <dgm:prSet presAssocID="{018F413E-652E-4B28-8783-05F97FC24AFF}" presName="linNode" presStyleCnt="0"/>
      <dgm:spPr/>
    </dgm:pt>
    <dgm:pt modelId="{7250227C-8F2F-4BC2-A323-82BBBF4AB90A}" type="pres">
      <dgm:prSet presAssocID="{018F413E-652E-4B28-8783-05F97FC24AFF}" presName="parentText" presStyleLbl="node1" presStyleIdx="1" presStyleCnt="3" custScaleX="164856" custScaleY="130916" custLinFactNeighborX="609" custLinFactNeighborY="-151">
        <dgm:presLayoutVars>
          <dgm:chMax val="1"/>
          <dgm:bulletEnabled val="1"/>
        </dgm:presLayoutVars>
      </dgm:prSet>
      <dgm:spPr/>
    </dgm:pt>
    <dgm:pt modelId="{3F90799E-99AB-4D65-B5CA-9CF80B7B69B6}" type="pres">
      <dgm:prSet presAssocID="{D5B70232-97B4-4CEB-AB36-D5CE875F0458}" presName="sp" presStyleCnt="0"/>
      <dgm:spPr/>
    </dgm:pt>
    <dgm:pt modelId="{7F85F244-F59E-41C6-9FF5-402E0454A8B9}" type="pres">
      <dgm:prSet presAssocID="{3CCD430E-D6D2-499F-8E57-449BAC966C68}" presName="linNode" presStyleCnt="0"/>
      <dgm:spPr/>
    </dgm:pt>
    <dgm:pt modelId="{9636A941-DC7C-4345-B485-FE7A400C817A}" type="pres">
      <dgm:prSet presAssocID="{3CCD430E-D6D2-499F-8E57-449BAC966C68}" presName="parentText" presStyleLbl="node1" presStyleIdx="2" presStyleCnt="3" custScaleX="165017" custScaleY="130916" custLinFactNeighborX="609" custLinFactNeighborY="-151">
        <dgm:presLayoutVars>
          <dgm:chMax val="1"/>
          <dgm:bulletEnabled val="1"/>
        </dgm:presLayoutVars>
      </dgm:prSet>
      <dgm:spPr/>
    </dgm:pt>
  </dgm:ptLst>
  <dgm:cxnLst>
    <dgm:cxn modelId="{F14A6200-DF2C-4CD3-932E-7D9D4372F6FC}" srcId="{7FA8B35F-E03B-4821-A351-7E7794892D01}" destId="{D3439489-1873-413C-B83B-E571EA169B42}" srcOrd="0" destOrd="0" parTransId="{A73C2ADB-AB10-4716-AEB1-AE208A1221A5}" sibTransId="{3E3B51C2-A33C-43FD-AF1D-F88687F54E6C}"/>
    <dgm:cxn modelId="{D2532C37-9CD6-4C62-BECC-B280C41CC70E}" srcId="{7FA8B35F-E03B-4821-A351-7E7794892D01}" destId="{3CCD430E-D6D2-499F-8E57-449BAC966C68}" srcOrd="2" destOrd="0" parTransId="{1F62BBF0-227C-487A-9D4F-7E8C9C988B1D}" sibTransId="{2DC9D70E-A747-4D6E-AEC9-08E30866F725}"/>
    <dgm:cxn modelId="{0A3BF44A-BDB6-440F-8DDB-ACD6EDB416BB}" type="presOf" srcId="{D3439489-1873-413C-B83B-E571EA169B42}" destId="{9ADA8D0F-A67E-49E4-A390-C232669CD5E6}" srcOrd="0" destOrd="0" presId="urn:microsoft.com/office/officeart/2005/8/layout/vList5"/>
    <dgm:cxn modelId="{9F8EC672-EA44-40DE-A993-7F58FD1721FB}" srcId="{7FA8B35F-E03B-4821-A351-7E7794892D01}" destId="{018F413E-652E-4B28-8783-05F97FC24AFF}" srcOrd="1" destOrd="0" parTransId="{F9466CDA-5D04-4BAD-9A32-88EAFD331F05}" sibTransId="{D5B70232-97B4-4CEB-AB36-D5CE875F0458}"/>
    <dgm:cxn modelId="{3FECB692-A32E-4734-8971-6CF976C9D9B3}" type="presOf" srcId="{7FA8B35F-E03B-4821-A351-7E7794892D01}" destId="{8A57267F-60B1-4C81-9610-9C551345E819}" srcOrd="0" destOrd="0" presId="urn:microsoft.com/office/officeart/2005/8/layout/vList5"/>
    <dgm:cxn modelId="{30EFB4CA-A5FA-424E-AF3A-9B61AFB00ACC}" type="presOf" srcId="{018F413E-652E-4B28-8783-05F97FC24AFF}" destId="{7250227C-8F2F-4BC2-A323-82BBBF4AB90A}" srcOrd="0" destOrd="0" presId="urn:microsoft.com/office/officeart/2005/8/layout/vList5"/>
    <dgm:cxn modelId="{57B3D5CF-63B5-4682-8764-C9F71B4955C6}" type="presOf" srcId="{3CCD430E-D6D2-499F-8E57-449BAC966C68}" destId="{9636A941-DC7C-4345-B485-FE7A400C817A}" srcOrd="0" destOrd="0" presId="urn:microsoft.com/office/officeart/2005/8/layout/vList5"/>
    <dgm:cxn modelId="{200831BE-E40D-451F-B7F9-DEC114C0A072}" type="presParOf" srcId="{8A57267F-60B1-4C81-9610-9C551345E819}" destId="{D2CB06AB-9F26-40D5-80CD-EFE355481C00}" srcOrd="0" destOrd="0" presId="urn:microsoft.com/office/officeart/2005/8/layout/vList5"/>
    <dgm:cxn modelId="{136E63CA-5863-45DD-9646-E95A6DAA4FC0}" type="presParOf" srcId="{D2CB06AB-9F26-40D5-80CD-EFE355481C00}" destId="{9ADA8D0F-A67E-49E4-A390-C232669CD5E6}" srcOrd="0" destOrd="0" presId="urn:microsoft.com/office/officeart/2005/8/layout/vList5"/>
    <dgm:cxn modelId="{1299F0FC-82A4-477D-8C96-EDF7F7770404}" type="presParOf" srcId="{8A57267F-60B1-4C81-9610-9C551345E819}" destId="{842728C9-80D5-45C4-8942-E423DDF1663B}" srcOrd="1" destOrd="0" presId="urn:microsoft.com/office/officeart/2005/8/layout/vList5"/>
    <dgm:cxn modelId="{E3BC73BC-F496-441A-9A28-E9A3BE300B4A}" type="presParOf" srcId="{8A57267F-60B1-4C81-9610-9C551345E819}" destId="{6D8979A5-A1A8-48B4-B1C0-1BFC5AC3B6F1}" srcOrd="2" destOrd="0" presId="urn:microsoft.com/office/officeart/2005/8/layout/vList5"/>
    <dgm:cxn modelId="{C373648A-2103-4C81-B45E-1E53DC93307B}" type="presParOf" srcId="{6D8979A5-A1A8-48B4-B1C0-1BFC5AC3B6F1}" destId="{7250227C-8F2F-4BC2-A323-82BBBF4AB90A}" srcOrd="0" destOrd="0" presId="urn:microsoft.com/office/officeart/2005/8/layout/vList5"/>
    <dgm:cxn modelId="{BD8D3188-0551-4D7B-BD1D-ED76AFC54585}" type="presParOf" srcId="{8A57267F-60B1-4C81-9610-9C551345E819}" destId="{3F90799E-99AB-4D65-B5CA-9CF80B7B69B6}" srcOrd="3" destOrd="0" presId="urn:microsoft.com/office/officeart/2005/8/layout/vList5"/>
    <dgm:cxn modelId="{47F8FB00-523D-4305-BA8B-8306BBBCC8B3}" type="presParOf" srcId="{8A57267F-60B1-4C81-9610-9C551345E819}" destId="{7F85F244-F59E-41C6-9FF5-402E0454A8B9}" srcOrd="4" destOrd="0" presId="urn:microsoft.com/office/officeart/2005/8/layout/vList5"/>
    <dgm:cxn modelId="{13B53B83-E42B-444B-9247-838045EBE313}" type="presParOf" srcId="{7F85F244-F59E-41C6-9FF5-402E0454A8B9}" destId="{9636A941-DC7C-4345-B485-FE7A400C817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0FBFDAA-33D8-4284-A3BB-313F8BDB0DF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5B68419-F078-4B4C-B839-512FB2D9900A}">
      <dgm:prSet custT="1"/>
      <dgm:spPr/>
      <dgm:t>
        <a:bodyPr/>
        <a:lstStyle/>
        <a:p>
          <a:pPr>
            <a:defRPr cap="all"/>
          </a:pPr>
          <a:r>
            <a:rPr lang="en-US" sz="1600" dirty="0"/>
            <a:t>Metrics: </a:t>
          </a:r>
          <a:r>
            <a:rPr lang="en-US" sz="1600" b="1" dirty="0"/>
            <a:t>MAE</a:t>
          </a:r>
          <a:r>
            <a:rPr lang="en-US" sz="1600" dirty="0"/>
            <a:t>, </a:t>
          </a:r>
          <a:r>
            <a:rPr lang="en-US" sz="1600" b="1" dirty="0"/>
            <a:t>RMSE, </a:t>
          </a:r>
          <a:r>
            <a:rPr lang="en-US" sz="1600" b="1" dirty="0" err="1"/>
            <a:t>sMAPE</a:t>
          </a:r>
          <a:r>
            <a:rPr lang="en-US" sz="1600" b="1" dirty="0"/>
            <a:t>, MASE, Bias, Score.</a:t>
          </a:r>
        </a:p>
      </dgm:t>
    </dgm:pt>
    <dgm:pt modelId="{C0B76EE2-CEC1-48E9-9E40-578B49BAC28B}" type="parTrans" cxnId="{227D60AE-FA35-4104-8221-E14CD088DAE7}">
      <dgm:prSet/>
      <dgm:spPr/>
      <dgm:t>
        <a:bodyPr/>
        <a:lstStyle/>
        <a:p>
          <a:endParaRPr lang="en-US"/>
        </a:p>
      </dgm:t>
    </dgm:pt>
    <dgm:pt modelId="{FA2FC683-66FC-4A72-8603-EBAC07BA88CA}" type="sibTrans" cxnId="{227D60AE-FA35-4104-8221-E14CD088DAE7}">
      <dgm:prSet/>
      <dgm:spPr/>
      <dgm:t>
        <a:bodyPr/>
        <a:lstStyle/>
        <a:p>
          <a:endParaRPr lang="en-US"/>
        </a:p>
      </dgm:t>
    </dgm:pt>
    <dgm:pt modelId="{FDCACC65-608E-419B-A9DD-6F755FEA04AC}">
      <dgm:prSet custT="1"/>
      <dgm:spPr/>
      <dgm:t>
        <a:bodyPr/>
        <a:lstStyle/>
        <a:p>
          <a:pPr>
            <a:defRPr cap="all"/>
          </a:pPr>
          <a:r>
            <a:rPr lang="en-US" sz="1600" dirty="0"/>
            <a:t>Best model chosen per SKU using rolling evaluation up to forecast point.</a:t>
          </a:r>
        </a:p>
      </dgm:t>
    </dgm:pt>
    <dgm:pt modelId="{CF5DB85A-033E-4C8B-886F-080896488ABD}" type="parTrans" cxnId="{051D689A-02BB-471D-B6C7-3756D468DE04}">
      <dgm:prSet/>
      <dgm:spPr/>
      <dgm:t>
        <a:bodyPr/>
        <a:lstStyle/>
        <a:p>
          <a:endParaRPr lang="en-US"/>
        </a:p>
      </dgm:t>
    </dgm:pt>
    <dgm:pt modelId="{951EE79C-581B-4946-AD60-71DA2DCA7304}" type="sibTrans" cxnId="{051D689A-02BB-471D-B6C7-3756D468DE04}">
      <dgm:prSet/>
      <dgm:spPr/>
      <dgm:t>
        <a:bodyPr/>
        <a:lstStyle/>
        <a:p>
          <a:endParaRPr lang="en-US"/>
        </a:p>
      </dgm:t>
    </dgm:pt>
    <dgm:pt modelId="{6BFD2413-C0EB-4C87-9A55-20D1422D0FCF}">
      <dgm:prSet custT="1"/>
      <dgm:spPr/>
      <dgm:t>
        <a:bodyPr/>
        <a:lstStyle/>
        <a:p>
          <a:pPr>
            <a:defRPr cap="all"/>
          </a:pPr>
          <a:r>
            <a:rPr lang="en-US" sz="1600" dirty="0"/>
            <a:t>Initial run shows improvement over benchmark for prioritized SKUs (high volume).</a:t>
          </a:r>
        </a:p>
      </dgm:t>
    </dgm:pt>
    <dgm:pt modelId="{AEDE21A7-7418-475E-8735-AD20B3409535}" type="parTrans" cxnId="{31E8336D-9BA5-4032-8D17-0C6A4C990B8C}">
      <dgm:prSet/>
      <dgm:spPr/>
      <dgm:t>
        <a:bodyPr/>
        <a:lstStyle/>
        <a:p>
          <a:endParaRPr lang="en-US"/>
        </a:p>
      </dgm:t>
    </dgm:pt>
    <dgm:pt modelId="{83276163-970F-4C05-B493-5C7885C761B1}" type="sibTrans" cxnId="{31E8336D-9BA5-4032-8D17-0C6A4C990B8C}">
      <dgm:prSet/>
      <dgm:spPr/>
      <dgm:t>
        <a:bodyPr/>
        <a:lstStyle/>
        <a:p>
          <a:endParaRPr lang="en-US"/>
        </a:p>
      </dgm:t>
    </dgm:pt>
    <dgm:pt modelId="{999735FB-FA4B-4F24-8D16-ABCC1121D11F}">
      <dgm:prSet custT="1"/>
      <dgm:spPr/>
      <dgm:t>
        <a:bodyPr/>
        <a:lstStyle/>
        <a:p>
          <a:pPr>
            <a:defRPr cap="all"/>
          </a:pPr>
          <a:r>
            <a:rPr lang="en-US" sz="1600" dirty="0"/>
            <a:t>Include concrete numbers and charts in the final slides.</a:t>
          </a:r>
        </a:p>
      </dgm:t>
    </dgm:pt>
    <dgm:pt modelId="{AA418CFD-67F5-493D-8808-532B12E2F0F1}" type="parTrans" cxnId="{EB49005A-D82A-4E3B-A3E3-681D0C91AE96}">
      <dgm:prSet/>
      <dgm:spPr/>
      <dgm:t>
        <a:bodyPr/>
        <a:lstStyle/>
        <a:p>
          <a:endParaRPr lang="en-US"/>
        </a:p>
      </dgm:t>
    </dgm:pt>
    <dgm:pt modelId="{A1E11496-D309-40C9-8891-B0035A050EF6}" type="sibTrans" cxnId="{EB49005A-D82A-4E3B-A3E3-681D0C91AE96}">
      <dgm:prSet/>
      <dgm:spPr/>
      <dgm:t>
        <a:bodyPr/>
        <a:lstStyle/>
        <a:p>
          <a:endParaRPr lang="en-US"/>
        </a:p>
      </dgm:t>
    </dgm:pt>
    <dgm:pt modelId="{73F4BA31-300A-413D-94D4-652C5CEC0493}" type="pres">
      <dgm:prSet presAssocID="{80FBFDAA-33D8-4284-A3BB-313F8BDB0DF5}" presName="root" presStyleCnt="0">
        <dgm:presLayoutVars>
          <dgm:dir/>
          <dgm:resizeHandles val="exact"/>
        </dgm:presLayoutVars>
      </dgm:prSet>
      <dgm:spPr/>
    </dgm:pt>
    <dgm:pt modelId="{D062E017-C3B1-48A9-84F6-9ACFD413484F}" type="pres">
      <dgm:prSet presAssocID="{95B68419-F078-4B4C-B839-512FB2D9900A}" presName="compNode" presStyleCnt="0"/>
      <dgm:spPr/>
    </dgm:pt>
    <dgm:pt modelId="{CE3690C4-BE90-43ED-A97A-8098A68D5B71}" type="pres">
      <dgm:prSet presAssocID="{95B68419-F078-4B4C-B839-512FB2D9900A}" presName="iconBgRect" presStyleLbl="bgShp" presStyleIdx="0" presStyleCnt="4"/>
      <dgm:spPr/>
    </dgm:pt>
    <dgm:pt modelId="{D0DF9182-FDB9-4AD1-A693-CB2E467C835F}" type="pres">
      <dgm:prSet presAssocID="{95B68419-F078-4B4C-B839-512FB2D9900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3304779-0BD8-461C-902D-659F4377A7AA}" type="pres">
      <dgm:prSet presAssocID="{95B68419-F078-4B4C-B839-512FB2D9900A}" presName="spaceRect" presStyleCnt="0"/>
      <dgm:spPr/>
    </dgm:pt>
    <dgm:pt modelId="{617DC66E-FB87-40CF-9205-9B5847948720}" type="pres">
      <dgm:prSet presAssocID="{95B68419-F078-4B4C-B839-512FB2D9900A}" presName="textRect" presStyleLbl="revTx" presStyleIdx="0" presStyleCnt="4" custScaleX="92734" custScaleY="91440">
        <dgm:presLayoutVars>
          <dgm:chMax val="1"/>
          <dgm:chPref val="1"/>
        </dgm:presLayoutVars>
      </dgm:prSet>
      <dgm:spPr/>
    </dgm:pt>
    <dgm:pt modelId="{60F25535-CD18-4113-AC31-F5434773D9A4}" type="pres">
      <dgm:prSet presAssocID="{FA2FC683-66FC-4A72-8603-EBAC07BA88CA}" presName="sibTrans" presStyleCnt="0"/>
      <dgm:spPr/>
    </dgm:pt>
    <dgm:pt modelId="{0B861DD8-FF13-4804-ACB3-DA1478B2B4CF}" type="pres">
      <dgm:prSet presAssocID="{FDCACC65-608E-419B-A9DD-6F755FEA04AC}" presName="compNode" presStyleCnt="0"/>
      <dgm:spPr/>
    </dgm:pt>
    <dgm:pt modelId="{FDE5186B-7EEB-4B82-88CC-2F5124090F36}" type="pres">
      <dgm:prSet presAssocID="{FDCACC65-608E-419B-A9DD-6F755FEA04AC}" presName="iconBgRect" presStyleLbl="bgShp" presStyleIdx="1" presStyleCnt="4"/>
      <dgm:spPr/>
    </dgm:pt>
    <dgm:pt modelId="{FAD7A954-DD52-4142-A11B-121AAA37755E}" type="pres">
      <dgm:prSet presAssocID="{FDCACC65-608E-419B-A9DD-6F755FEA04A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729E832A-9450-44D5-A07A-A2FADFDBF491}" type="pres">
      <dgm:prSet presAssocID="{FDCACC65-608E-419B-A9DD-6F755FEA04AC}" presName="spaceRect" presStyleCnt="0"/>
      <dgm:spPr/>
    </dgm:pt>
    <dgm:pt modelId="{1474555D-C713-42CC-871F-447CB3141871}" type="pres">
      <dgm:prSet presAssocID="{FDCACC65-608E-419B-A9DD-6F755FEA04AC}" presName="textRect" presStyleLbl="revTx" presStyleIdx="1" presStyleCnt="4" custScaleX="134625" custScaleY="91440">
        <dgm:presLayoutVars>
          <dgm:chMax val="1"/>
          <dgm:chPref val="1"/>
        </dgm:presLayoutVars>
      </dgm:prSet>
      <dgm:spPr/>
    </dgm:pt>
    <dgm:pt modelId="{C9E6DB9F-2B4C-4978-B286-B80F6439F789}" type="pres">
      <dgm:prSet presAssocID="{951EE79C-581B-4946-AD60-71DA2DCA7304}" presName="sibTrans" presStyleCnt="0"/>
      <dgm:spPr/>
    </dgm:pt>
    <dgm:pt modelId="{6FE85E38-A614-4F46-907A-2C8C59301C0F}" type="pres">
      <dgm:prSet presAssocID="{6BFD2413-C0EB-4C87-9A55-20D1422D0FCF}" presName="compNode" presStyleCnt="0"/>
      <dgm:spPr/>
    </dgm:pt>
    <dgm:pt modelId="{EAE7CABB-A5A0-42EA-9D52-1296753F2BFB}" type="pres">
      <dgm:prSet presAssocID="{6BFD2413-C0EB-4C87-9A55-20D1422D0FCF}" presName="iconBgRect" presStyleLbl="bgShp" presStyleIdx="2" presStyleCnt="4"/>
      <dgm:spPr/>
    </dgm:pt>
    <dgm:pt modelId="{1D8513D5-31B0-4927-BEBF-ADA56BBBAA38}" type="pres">
      <dgm:prSet presAssocID="{6BFD2413-C0EB-4C87-9A55-20D1422D0F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334A7E7-0805-4FD8-A35C-ABA2B6CE9427}" type="pres">
      <dgm:prSet presAssocID="{6BFD2413-C0EB-4C87-9A55-20D1422D0FCF}" presName="spaceRect" presStyleCnt="0"/>
      <dgm:spPr/>
    </dgm:pt>
    <dgm:pt modelId="{4CC27478-64C3-460E-ADA1-DCE6855B151D}" type="pres">
      <dgm:prSet presAssocID="{6BFD2413-C0EB-4C87-9A55-20D1422D0FCF}" presName="textRect" presStyleLbl="revTx" presStyleIdx="2" presStyleCnt="4" custScaleX="92734" custScaleY="91440">
        <dgm:presLayoutVars>
          <dgm:chMax val="1"/>
          <dgm:chPref val="1"/>
        </dgm:presLayoutVars>
      </dgm:prSet>
      <dgm:spPr/>
    </dgm:pt>
    <dgm:pt modelId="{36A8ECC0-F440-44CD-8808-C2FAF6F9C2A3}" type="pres">
      <dgm:prSet presAssocID="{83276163-970F-4C05-B493-5C7885C761B1}" presName="sibTrans" presStyleCnt="0"/>
      <dgm:spPr/>
    </dgm:pt>
    <dgm:pt modelId="{9C51F2AE-BAC0-4CAC-8112-92DA9251FA18}" type="pres">
      <dgm:prSet presAssocID="{999735FB-FA4B-4F24-8D16-ABCC1121D11F}" presName="compNode" presStyleCnt="0"/>
      <dgm:spPr/>
    </dgm:pt>
    <dgm:pt modelId="{EB133E7F-8D5C-4BBE-BFCB-E5F2D19DB39D}" type="pres">
      <dgm:prSet presAssocID="{999735FB-FA4B-4F24-8D16-ABCC1121D11F}" presName="iconBgRect" presStyleLbl="bgShp" presStyleIdx="3" presStyleCnt="4"/>
      <dgm:spPr/>
    </dgm:pt>
    <dgm:pt modelId="{27EB2834-FBBE-4C4F-B417-AF70DB7B681F}" type="pres">
      <dgm:prSet presAssocID="{999735FB-FA4B-4F24-8D16-ABCC1121D11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5905E22E-E9FA-40AB-83D9-F42D07497D59}" type="pres">
      <dgm:prSet presAssocID="{999735FB-FA4B-4F24-8D16-ABCC1121D11F}" presName="spaceRect" presStyleCnt="0"/>
      <dgm:spPr/>
    </dgm:pt>
    <dgm:pt modelId="{147A8E92-3A9D-49C2-8532-A79D925831B6}" type="pres">
      <dgm:prSet presAssocID="{999735FB-FA4B-4F24-8D16-ABCC1121D11F}" presName="textRect" presStyleLbl="revTx" presStyleIdx="3" presStyleCnt="4" custScaleX="92734" custScaleY="91440">
        <dgm:presLayoutVars>
          <dgm:chMax val="1"/>
          <dgm:chPref val="1"/>
        </dgm:presLayoutVars>
      </dgm:prSet>
      <dgm:spPr/>
    </dgm:pt>
  </dgm:ptLst>
  <dgm:cxnLst>
    <dgm:cxn modelId="{21DB9406-00D3-4B48-921B-62D98A3660DF}" type="presOf" srcId="{FDCACC65-608E-419B-A9DD-6F755FEA04AC}" destId="{1474555D-C713-42CC-871F-447CB3141871}" srcOrd="0" destOrd="0" presId="urn:microsoft.com/office/officeart/2018/5/layout/IconCircleLabelList"/>
    <dgm:cxn modelId="{3DEDA12D-1DCC-4E62-935B-D663CAB724F4}" type="presOf" srcId="{999735FB-FA4B-4F24-8D16-ABCC1121D11F}" destId="{147A8E92-3A9D-49C2-8532-A79D925831B6}" srcOrd="0" destOrd="0" presId="urn:microsoft.com/office/officeart/2018/5/layout/IconCircleLabelList"/>
    <dgm:cxn modelId="{31E8336D-9BA5-4032-8D17-0C6A4C990B8C}" srcId="{80FBFDAA-33D8-4284-A3BB-313F8BDB0DF5}" destId="{6BFD2413-C0EB-4C87-9A55-20D1422D0FCF}" srcOrd="2" destOrd="0" parTransId="{AEDE21A7-7418-475E-8735-AD20B3409535}" sibTransId="{83276163-970F-4C05-B493-5C7885C761B1}"/>
    <dgm:cxn modelId="{CE046854-D760-49FF-9224-A3AC68042E80}" type="presOf" srcId="{80FBFDAA-33D8-4284-A3BB-313F8BDB0DF5}" destId="{73F4BA31-300A-413D-94D4-652C5CEC0493}" srcOrd="0" destOrd="0" presId="urn:microsoft.com/office/officeart/2018/5/layout/IconCircleLabelList"/>
    <dgm:cxn modelId="{EB49005A-D82A-4E3B-A3E3-681D0C91AE96}" srcId="{80FBFDAA-33D8-4284-A3BB-313F8BDB0DF5}" destId="{999735FB-FA4B-4F24-8D16-ABCC1121D11F}" srcOrd="3" destOrd="0" parTransId="{AA418CFD-67F5-493D-8808-532B12E2F0F1}" sibTransId="{A1E11496-D309-40C9-8891-B0035A050EF6}"/>
    <dgm:cxn modelId="{051D689A-02BB-471D-B6C7-3756D468DE04}" srcId="{80FBFDAA-33D8-4284-A3BB-313F8BDB0DF5}" destId="{FDCACC65-608E-419B-A9DD-6F755FEA04AC}" srcOrd="1" destOrd="0" parTransId="{CF5DB85A-033E-4C8B-886F-080896488ABD}" sibTransId="{951EE79C-581B-4946-AD60-71DA2DCA7304}"/>
    <dgm:cxn modelId="{31F8E99F-83B8-4DDB-B449-4C01327C2755}" type="presOf" srcId="{95B68419-F078-4B4C-B839-512FB2D9900A}" destId="{617DC66E-FB87-40CF-9205-9B5847948720}" srcOrd="0" destOrd="0" presId="urn:microsoft.com/office/officeart/2018/5/layout/IconCircleLabelList"/>
    <dgm:cxn modelId="{227D60AE-FA35-4104-8221-E14CD088DAE7}" srcId="{80FBFDAA-33D8-4284-A3BB-313F8BDB0DF5}" destId="{95B68419-F078-4B4C-B839-512FB2D9900A}" srcOrd="0" destOrd="0" parTransId="{C0B76EE2-CEC1-48E9-9E40-578B49BAC28B}" sibTransId="{FA2FC683-66FC-4A72-8603-EBAC07BA88CA}"/>
    <dgm:cxn modelId="{7CD657D6-CBD4-47F4-B553-EB907F912935}" type="presOf" srcId="{6BFD2413-C0EB-4C87-9A55-20D1422D0FCF}" destId="{4CC27478-64C3-460E-ADA1-DCE6855B151D}" srcOrd="0" destOrd="0" presId="urn:microsoft.com/office/officeart/2018/5/layout/IconCircleLabelList"/>
    <dgm:cxn modelId="{392498A5-E1B4-4E0D-91C1-DF0BA3A7982B}" type="presParOf" srcId="{73F4BA31-300A-413D-94D4-652C5CEC0493}" destId="{D062E017-C3B1-48A9-84F6-9ACFD413484F}" srcOrd="0" destOrd="0" presId="urn:microsoft.com/office/officeart/2018/5/layout/IconCircleLabelList"/>
    <dgm:cxn modelId="{3FFFE301-7A8B-4B6E-AF2B-527E65DAAFEB}" type="presParOf" srcId="{D062E017-C3B1-48A9-84F6-9ACFD413484F}" destId="{CE3690C4-BE90-43ED-A97A-8098A68D5B71}" srcOrd="0" destOrd="0" presId="urn:microsoft.com/office/officeart/2018/5/layout/IconCircleLabelList"/>
    <dgm:cxn modelId="{72AA6A04-554D-4940-89DC-F53481F2ACE0}" type="presParOf" srcId="{D062E017-C3B1-48A9-84F6-9ACFD413484F}" destId="{D0DF9182-FDB9-4AD1-A693-CB2E467C835F}" srcOrd="1" destOrd="0" presId="urn:microsoft.com/office/officeart/2018/5/layout/IconCircleLabelList"/>
    <dgm:cxn modelId="{3D48C06B-50C3-4A80-8F92-8A645A7ECB42}" type="presParOf" srcId="{D062E017-C3B1-48A9-84F6-9ACFD413484F}" destId="{33304779-0BD8-461C-902D-659F4377A7AA}" srcOrd="2" destOrd="0" presId="urn:microsoft.com/office/officeart/2018/5/layout/IconCircleLabelList"/>
    <dgm:cxn modelId="{A376457A-AE32-4EBA-9F5B-38CF2EF53BCD}" type="presParOf" srcId="{D062E017-C3B1-48A9-84F6-9ACFD413484F}" destId="{617DC66E-FB87-40CF-9205-9B5847948720}" srcOrd="3" destOrd="0" presId="urn:microsoft.com/office/officeart/2018/5/layout/IconCircleLabelList"/>
    <dgm:cxn modelId="{D850474C-92D6-44EE-A48B-A21DDD2F97CF}" type="presParOf" srcId="{73F4BA31-300A-413D-94D4-652C5CEC0493}" destId="{60F25535-CD18-4113-AC31-F5434773D9A4}" srcOrd="1" destOrd="0" presId="urn:microsoft.com/office/officeart/2018/5/layout/IconCircleLabelList"/>
    <dgm:cxn modelId="{C1D2B625-AF2D-458C-845C-1EE66E32C76A}" type="presParOf" srcId="{73F4BA31-300A-413D-94D4-652C5CEC0493}" destId="{0B861DD8-FF13-4804-ACB3-DA1478B2B4CF}" srcOrd="2" destOrd="0" presId="urn:microsoft.com/office/officeart/2018/5/layout/IconCircleLabelList"/>
    <dgm:cxn modelId="{DF38C240-7E12-4ACA-8F37-6C0F64FC0413}" type="presParOf" srcId="{0B861DD8-FF13-4804-ACB3-DA1478B2B4CF}" destId="{FDE5186B-7EEB-4B82-88CC-2F5124090F36}" srcOrd="0" destOrd="0" presId="urn:microsoft.com/office/officeart/2018/5/layout/IconCircleLabelList"/>
    <dgm:cxn modelId="{07207197-30BF-406E-B51B-01CBDB31DB7A}" type="presParOf" srcId="{0B861DD8-FF13-4804-ACB3-DA1478B2B4CF}" destId="{FAD7A954-DD52-4142-A11B-121AAA37755E}" srcOrd="1" destOrd="0" presId="urn:microsoft.com/office/officeart/2018/5/layout/IconCircleLabelList"/>
    <dgm:cxn modelId="{FBC44A38-20AA-4704-A132-5649C3114A0F}" type="presParOf" srcId="{0B861DD8-FF13-4804-ACB3-DA1478B2B4CF}" destId="{729E832A-9450-44D5-A07A-A2FADFDBF491}" srcOrd="2" destOrd="0" presId="urn:microsoft.com/office/officeart/2018/5/layout/IconCircleLabelList"/>
    <dgm:cxn modelId="{16C180C8-125F-499C-B4A3-88D7FA0DBA1E}" type="presParOf" srcId="{0B861DD8-FF13-4804-ACB3-DA1478B2B4CF}" destId="{1474555D-C713-42CC-871F-447CB3141871}" srcOrd="3" destOrd="0" presId="urn:microsoft.com/office/officeart/2018/5/layout/IconCircleLabelList"/>
    <dgm:cxn modelId="{872958CE-55B3-4E79-AC07-F462DDD27841}" type="presParOf" srcId="{73F4BA31-300A-413D-94D4-652C5CEC0493}" destId="{C9E6DB9F-2B4C-4978-B286-B80F6439F789}" srcOrd="3" destOrd="0" presId="urn:microsoft.com/office/officeart/2018/5/layout/IconCircleLabelList"/>
    <dgm:cxn modelId="{EFE9CCF8-9BB0-49C5-9F66-A37F1B8D7FEC}" type="presParOf" srcId="{73F4BA31-300A-413D-94D4-652C5CEC0493}" destId="{6FE85E38-A614-4F46-907A-2C8C59301C0F}" srcOrd="4" destOrd="0" presId="urn:microsoft.com/office/officeart/2018/5/layout/IconCircleLabelList"/>
    <dgm:cxn modelId="{997AE306-2CCE-4EA0-BC67-3BFCA1E73FF0}" type="presParOf" srcId="{6FE85E38-A614-4F46-907A-2C8C59301C0F}" destId="{EAE7CABB-A5A0-42EA-9D52-1296753F2BFB}" srcOrd="0" destOrd="0" presId="urn:microsoft.com/office/officeart/2018/5/layout/IconCircleLabelList"/>
    <dgm:cxn modelId="{8502F3D1-12C4-4BDB-941B-F0E9DE557642}" type="presParOf" srcId="{6FE85E38-A614-4F46-907A-2C8C59301C0F}" destId="{1D8513D5-31B0-4927-BEBF-ADA56BBBAA38}" srcOrd="1" destOrd="0" presId="urn:microsoft.com/office/officeart/2018/5/layout/IconCircleLabelList"/>
    <dgm:cxn modelId="{031644A6-0C83-44DC-AF55-D3F6D2491CC4}" type="presParOf" srcId="{6FE85E38-A614-4F46-907A-2C8C59301C0F}" destId="{F334A7E7-0805-4FD8-A35C-ABA2B6CE9427}" srcOrd="2" destOrd="0" presId="urn:microsoft.com/office/officeart/2018/5/layout/IconCircleLabelList"/>
    <dgm:cxn modelId="{8A85867C-EFC2-490C-86A7-D5162941CD41}" type="presParOf" srcId="{6FE85E38-A614-4F46-907A-2C8C59301C0F}" destId="{4CC27478-64C3-460E-ADA1-DCE6855B151D}" srcOrd="3" destOrd="0" presId="urn:microsoft.com/office/officeart/2018/5/layout/IconCircleLabelList"/>
    <dgm:cxn modelId="{9AB93246-9591-447D-A32E-EECCC3A14D65}" type="presParOf" srcId="{73F4BA31-300A-413D-94D4-652C5CEC0493}" destId="{36A8ECC0-F440-44CD-8808-C2FAF6F9C2A3}" srcOrd="5" destOrd="0" presId="urn:microsoft.com/office/officeart/2018/5/layout/IconCircleLabelList"/>
    <dgm:cxn modelId="{1B9B6D6A-C505-4318-A571-FE550AF3FEA4}" type="presParOf" srcId="{73F4BA31-300A-413D-94D4-652C5CEC0493}" destId="{9C51F2AE-BAC0-4CAC-8112-92DA9251FA18}" srcOrd="6" destOrd="0" presId="urn:microsoft.com/office/officeart/2018/5/layout/IconCircleLabelList"/>
    <dgm:cxn modelId="{5BD291CD-418C-4319-90CE-3EB0E4968B9E}" type="presParOf" srcId="{9C51F2AE-BAC0-4CAC-8112-92DA9251FA18}" destId="{EB133E7F-8D5C-4BBE-BFCB-E5F2D19DB39D}" srcOrd="0" destOrd="0" presId="urn:microsoft.com/office/officeart/2018/5/layout/IconCircleLabelList"/>
    <dgm:cxn modelId="{CC4660B3-21B5-48C7-9878-FD7F24CB09C9}" type="presParOf" srcId="{9C51F2AE-BAC0-4CAC-8112-92DA9251FA18}" destId="{27EB2834-FBBE-4C4F-B417-AF70DB7B681F}" srcOrd="1" destOrd="0" presId="urn:microsoft.com/office/officeart/2018/5/layout/IconCircleLabelList"/>
    <dgm:cxn modelId="{10AA8CE6-57EB-4D5C-961B-04C35AA41AD8}" type="presParOf" srcId="{9C51F2AE-BAC0-4CAC-8112-92DA9251FA18}" destId="{5905E22E-E9FA-40AB-83D9-F42D07497D59}" srcOrd="2" destOrd="0" presId="urn:microsoft.com/office/officeart/2018/5/layout/IconCircleLabelList"/>
    <dgm:cxn modelId="{3292CA5A-72EF-461F-9258-8B474FF4C919}" type="presParOf" srcId="{9C51F2AE-BAC0-4CAC-8112-92DA9251FA18}" destId="{147A8E92-3A9D-49C2-8532-A79D925831B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563F8-4C69-455F-8582-3219D913D040}">
      <dsp:nvSpPr>
        <dsp:cNvPr id="0" name=""/>
        <dsp:cNvSpPr/>
      </dsp:nvSpPr>
      <dsp:spPr>
        <a:xfrm>
          <a:off x="0" y="531"/>
          <a:ext cx="10512862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A3130-819D-456A-9A22-341AB0C70285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D1C0B-8E9D-4141-8C0F-E4FC2C60F025}">
      <dsp:nvSpPr>
        <dsp:cNvPr id="0" name=""/>
        <dsp:cNvSpPr/>
      </dsp:nvSpPr>
      <dsp:spPr>
        <a:xfrm>
          <a:off x="1437631" y="531"/>
          <a:ext cx="9075230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Deliver a production-ready forecasting module for supply chain demand planning.</a:t>
          </a:r>
        </a:p>
      </dsp:txBody>
      <dsp:txXfrm>
        <a:off x="1437631" y="531"/>
        <a:ext cx="9075230" cy="1244702"/>
      </dsp:txXfrm>
    </dsp:sp>
    <dsp:sp modelId="{9B5968F3-E123-42D3-A472-20DDFF834BD3}">
      <dsp:nvSpPr>
        <dsp:cNvPr id="0" name=""/>
        <dsp:cNvSpPr/>
      </dsp:nvSpPr>
      <dsp:spPr>
        <a:xfrm>
          <a:off x="0" y="1556410"/>
          <a:ext cx="10512862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1340E0-1723-4945-98F9-7DD394CDC4E5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026892-4BEE-4941-BAF8-19ABD14DBC48}">
      <dsp:nvSpPr>
        <dsp:cNvPr id="0" name=""/>
        <dsp:cNvSpPr/>
      </dsp:nvSpPr>
      <dsp:spPr>
        <a:xfrm>
          <a:off x="1437631" y="1556410"/>
          <a:ext cx="9075230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Show measurable accuracy improvement versus moving average baseline.</a:t>
          </a:r>
        </a:p>
      </dsp:txBody>
      <dsp:txXfrm>
        <a:off x="1437631" y="1556410"/>
        <a:ext cx="9075230" cy="1244702"/>
      </dsp:txXfrm>
    </dsp:sp>
    <dsp:sp modelId="{9BBB0B15-0F03-4C19-9163-3D92D45A6FA4}">
      <dsp:nvSpPr>
        <dsp:cNvPr id="0" name=""/>
        <dsp:cNvSpPr/>
      </dsp:nvSpPr>
      <dsp:spPr>
        <a:xfrm>
          <a:off x="0" y="3112289"/>
          <a:ext cx="10512862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FB87F-F153-41CB-ADE3-DFD73D836286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E0FA7D-9C91-434A-B125-C145EF0E6CEC}">
      <dsp:nvSpPr>
        <dsp:cNvPr id="0" name=""/>
        <dsp:cNvSpPr/>
      </dsp:nvSpPr>
      <dsp:spPr>
        <a:xfrm>
          <a:off x="1437631" y="3112289"/>
          <a:ext cx="9075230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Secure Data Science and AI Diploma approval for the team.</a:t>
          </a:r>
        </a:p>
      </dsp:txBody>
      <dsp:txXfrm>
        <a:off x="1437631" y="3112289"/>
        <a:ext cx="9075230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F0B6F-435E-4ED3-ACB3-54FF0AACA20D}">
      <dsp:nvSpPr>
        <dsp:cNvPr id="0" name=""/>
        <dsp:cNvSpPr/>
      </dsp:nvSpPr>
      <dsp:spPr>
        <a:xfrm>
          <a:off x="677681" y="581261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43E893-B5E0-4D23-95F9-59F3E8EF3470}">
      <dsp:nvSpPr>
        <dsp:cNvPr id="0" name=""/>
        <dsp:cNvSpPr/>
      </dsp:nvSpPr>
      <dsp:spPr>
        <a:xfrm>
          <a:off x="1079868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FB411-C41E-4A73-8409-117E7AFDF28F}">
      <dsp:nvSpPr>
        <dsp:cNvPr id="0" name=""/>
        <dsp:cNvSpPr/>
      </dsp:nvSpPr>
      <dsp:spPr>
        <a:xfrm>
          <a:off x="74399" y="305626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Supply orders and demand are volatile and intermittent across 1000+ SKUs.</a:t>
          </a:r>
        </a:p>
      </dsp:txBody>
      <dsp:txXfrm>
        <a:off x="74399" y="3056262"/>
        <a:ext cx="3093750" cy="720000"/>
      </dsp:txXfrm>
    </dsp:sp>
    <dsp:sp modelId="{DDC80B3C-40FD-4A29-B920-E3DBAA94FA1F}">
      <dsp:nvSpPr>
        <dsp:cNvPr id="0" name=""/>
        <dsp:cNvSpPr/>
      </dsp:nvSpPr>
      <dsp:spPr>
        <a:xfrm>
          <a:off x="4312837" y="581261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85E6F-2BA6-4FB9-8A69-D382D6048657}">
      <dsp:nvSpPr>
        <dsp:cNvPr id="0" name=""/>
        <dsp:cNvSpPr/>
      </dsp:nvSpPr>
      <dsp:spPr>
        <a:xfrm>
          <a:off x="4715024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952EE-1354-4741-A554-76212603BC1A}">
      <dsp:nvSpPr>
        <dsp:cNvPr id="0" name=""/>
        <dsp:cNvSpPr/>
      </dsp:nvSpPr>
      <dsp:spPr>
        <a:xfrm>
          <a:off x="3709556" y="305626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Current planning relies on simple benchmarks that cause stockouts and excess inventory.</a:t>
          </a:r>
        </a:p>
      </dsp:txBody>
      <dsp:txXfrm>
        <a:off x="3709556" y="3056262"/>
        <a:ext cx="3093750" cy="720000"/>
      </dsp:txXfrm>
    </dsp:sp>
    <dsp:sp modelId="{CDA794E2-1C51-4EA1-8E7E-85DAE55C4CA1}">
      <dsp:nvSpPr>
        <dsp:cNvPr id="0" name=""/>
        <dsp:cNvSpPr/>
      </dsp:nvSpPr>
      <dsp:spPr>
        <a:xfrm>
          <a:off x="7947993" y="581261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0F689A-72AA-4A3E-B6B9-21EA72EB2F0D}">
      <dsp:nvSpPr>
        <dsp:cNvPr id="0" name=""/>
        <dsp:cNvSpPr/>
      </dsp:nvSpPr>
      <dsp:spPr>
        <a:xfrm>
          <a:off x="8350181" y="983449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94C9D-508D-4F0F-9400-CAA373C598C8}">
      <dsp:nvSpPr>
        <dsp:cNvPr id="0" name=""/>
        <dsp:cNvSpPr/>
      </dsp:nvSpPr>
      <dsp:spPr>
        <a:xfrm>
          <a:off x="7344712" y="305626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Need automated, accurate forecasts per SKU to reduce cost and improve service.</a:t>
          </a:r>
        </a:p>
      </dsp:txBody>
      <dsp:txXfrm>
        <a:off x="7344712" y="3056262"/>
        <a:ext cx="309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B87695-6942-4F21-BAF9-C6722DC37D58}">
      <dsp:nvSpPr>
        <dsp:cNvPr id="0" name=""/>
        <dsp:cNvSpPr/>
      </dsp:nvSpPr>
      <dsp:spPr>
        <a:xfrm>
          <a:off x="1211680" y="990369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92A077-CF6D-4A38-B1F5-0ADE2A88476F}">
      <dsp:nvSpPr>
        <dsp:cNvPr id="0" name=""/>
        <dsp:cNvSpPr/>
      </dsp:nvSpPr>
      <dsp:spPr>
        <a:xfrm>
          <a:off x="417175" y="2647154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SOs dataset includes order lines, booked dates, quantities, amounts, country, system, factory, cell.</a:t>
          </a:r>
        </a:p>
      </dsp:txBody>
      <dsp:txXfrm>
        <a:off x="417175" y="2647154"/>
        <a:ext cx="2889107" cy="720000"/>
      </dsp:txXfrm>
    </dsp:sp>
    <dsp:sp modelId="{82A6BFCA-186B-484E-86BE-2E6D11841562}">
      <dsp:nvSpPr>
        <dsp:cNvPr id="0" name=""/>
        <dsp:cNvSpPr/>
      </dsp:nvSpPr>
      <dsp:spPr>
        <a:xfrm>
          <a:off x="4606381" y="990369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F7565-6F5D-4429-987A-EA6635EA8BE7}">
      <dsp:nvSpPr>
        <dsp:cNvPr id="0" name=""/>
        <dsp:cNvSpPr/>
      </dsp:nvSpPr>
      <dsp:spPr>
        <a:xfrm>
          <a:off x="3811877" y="2647154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Time range: multi-year monthly data; many SKUs have intermittent demand.</a:t>
          </a:r>
        </a:p>
      </dsp:txBody>
      <dsp:txXfrm>
        <a:off x="3811877" y="2647154"/>
        <a:ext cx="2889107" cy="720000"/>
      </dsp:txXfrm>
    </dsp:sp>
    <dsp:sp modelId="{71E91469-5946-4F7E-90FB-CBE09E6578D8}">
      <dsp:nvSpPr>
        <dsp:cNvPr id="0" name=""/>
        <dsp:cNvSpPr/>
      </dsp:nvSpPr>
      <dsp:spPr>
        <a:xfrm>
          <a:off x="8001083" y="990369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99757-CC42-420F-A5F1-1021B375E937}">
      <dsp:nvSpPr>
        <dsp:cNvPr id="0" name=""/>
        <dsp:cNvSpPr/>
      </dsp:nvSpPr>
      <dsp:spPr>
        <a:xfrm>
          <a:off x="7206578" y="2647154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Quality checks applied: missing SKUs, missing dates, split quantities detection.</a:t>
          </a:r>
        </a:p>
      </dsp:txBody>
      <dsp:txXfrm>
        <a:off x="7206578" y="2647154"/>
        <a:ext cx="2889107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5EE27-27C2-4234-A2CE-ADE816088816}">
      <dsp:nvSpPr>
        <dsp:cNvPr id="0" name=""/>
        <dsp:cNvSpPr/>
      </dsp:nvSpPr>
      <dsp:spPr>
        <a:xfrm>
          <a:off x="1211680" y="990369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99E7A-C771-4BD9-93E1-E83AA18FA7A3}">
      <dsp:nvSpPr>
        <dsp:cNvPr id="0" name=""/>
        <dsp:cNvSpPr/>
      </dsp:nvSpPr>
      <dsp:spPr>
        <a:xfrm>
          <a:off x="417175" y="2647154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Advanced preprocessing: cleaning, split quantity aggregation, dimensional views.</a:t>
          </a:r>
        </a:p>
      </dsp:txBody>
      <dsp:txXfrm>
        <a:off x="417175" y="2647154"/>
        <a:ext cx="2889107" cy="720000"/>
      </dsp:txXfrm>
    </dsp:sp>
    <dsp:sp modelId="{25755E34-F578-4F20-835A-5850AD09FDA9}">
      <dsp:nvSpPr>
        <dsp:cNvPr id="0" name=""/>
        <dsp:cNvSpPr/>
      </dsp:nvSpPr>
      <dsp:spPr>
        <a:xfrm>
          <a:off x="4606381" y="990369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4D4FF-FC26-4294-9BA2-D1F322A9D204}">
      <dsp:nvSpPr>
        <dsp:cNvPr id="0" name=""/>
        <dsp:cNvSpPr/>
      </dsp:nvSpPr>
      <dsp:spPr>
        <a:xfrm>
          <a:off x="3811877" y="2647154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Run 15+ models per SKU: intermittent methods, statistical, ML, deep learning, custom growth model.</a:t>
          </a:r>
        </a:p>
      </dsp:txBody>
      <dsp:txXfrm>
        <a:off x="3811877" y="2647154"/>
        <a:ext cx="2889107" cy="720000"/>
      </dsp:txXfrm>
    </dsp:sp>
    <dsp:sp modelId="{30B28305-CE27-461F-8C74-3578AA22D7A9}">
      <dsp:nvSpPr>
        <dsp:cNvPr id="0" name=""/>
        <dsp:cNvSpPr/>
      </dsp:nvSpPr>
      <dsp:spPr>
        <a:xfrm>
          <a:off x="8001083" y="990369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36AA71-F4AE-4BFC-ACE8-50E707BA7F22}">
      <dsp:nvSpPr>
        <dsp:cNvPr id="0" name=""/>
        <dsp:cNvSpPr/>
      </dsp:nvSpPr>
      <dsp:spPr>
        <a:xfrm>
          <a:off x="7206578" y="2647154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Model selection using rolling-window error metrics and benchmark moving averages.</a:t>
          </a:r>
        </a:p>
      </dsp:txBody>
      <dsp:txXfrm>
        <a:off x="7206578" y="2647154"/>
        <a:ext cx="2889107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A8D0F-A67E-49E4-A390-C232669CD5E6}">
      <dsp:nvSpPr>
        <dsp:cNvPr id="0" name=""/>
        <dsp:cNvSpPr/>
      </dsp:nvSpPr>
      <dsp:spPr>
        <a:xfrm>
          <a:off x="2677051" y="0"/>
          <a:ext cx="7725632" cy="139922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Intermittent: </a:t>
          </a:r>
          <a:r>
            <a:rPr lang="en-US" sz="2400" kern="1200" dirty="0" err="1"/>
            <a:t>Croston</a:t>
          </a:r>
          <a:r>
            <a:rPr lang="en-US" sz="2400" kern="1200" dirty="0"/>
            <a:t>, SBA, TSB, ADIDA, IETS.</a:t>
          </a:r>
        </a:p>
      </dsp:txBody>
      <dsp:txXfrm>
        <a:off x="2745355" y="68304"/>
        <a:ext cx="7589024" cy="1262616"/>
      </dsp:txXfrm>
    </dsp:sp>
    <dsp:sp modelId="{7250227C-8F2F-4BC2-A323-82BBBF4AB90A}">
      <dsp:nvSpPr>
        <dsp:cNvPr id="0" name=""/>
        <dsp:cNvSpPr/>
      </dsp:nvSpPr>
      <dsp:spPr>
        <a:xfrm>
          <a:off x="2677051" y="1451077"/>
          <a:ext cx="7725632" cy="139922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Statistical: ARIMA, Holt-Winters, Prophet enhanced.</a:t>
          </a:r>
        </a:p>
      </dsp:txBody>
      <dsp:txXfrm>
        <a:off x="2745355" y="1519381"/>
        <a:ext cx="7589024" cy="1262616"/>
      </dsp:txXfrm>
    </dsp:sp>
    <dsp:sp modelId="{9636A941-DC7C-4345-B485-FE7A400C817A}">
      <dsp:nvSpPr>
        <dsp:cNvPr id="0" name=""/>
        <dsp:cNvSpPr/>
      </dsp:nvSpPr>
      <dsp:spPr>
        <a:xfrm>
          <a:off x="2677051" y="2903742"/>
          <a:ext cx="7733176" cy="139922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ML and DL: LightGBM, LSTM; plus Intelligent Growth and ensembles.</a:t>
          </a:r>
        </a:p>
      </dsp:txBody>
      <dsp:txXfrm>
        <a:off x="2745355" y="2972046"/>
        <a:ext cx="7596568" cy="12626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690C4-BE90-43ED-A97A-8098A68D5B71}">
      <dsp:nvSpPr>
        <dsp:cNvPr id="0" name=""/>
        <dsp:cNvSpPr/>
      </dsp:nvSpPr>
      <dsp:spPr>
        <a:xfrm>
          <a:off x="609304" y="1131396"/>
          <a:ext cx="1263914" cy="126391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F9182-FDB9-4AD1-A693-CB2E467C835F}">
      <dsp:nvSpPr>
        <dsp:cNvPr id="0" name=""/>
        <dsp:cNvSpPr/>
      </dsp:nvSpPr>
      <dsp:spPr>
        <a:xfrm>
          <a:off x="878663" y="1400755"/>
          <a:ext cx="725196" cy="7251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DC66E-FB87-40CF-9205-9B5847948720}">
      <dsp:nvSpPr>
        <dsp:cNvPr id="0" name=""/>
        <dsp:cNvSpPr/>
      </dsp:nvSpPr>
      <dsp:spPr>
        <a:xfrm>
          <a:off x="275072" y="2816489"/>
          <a:ext cx="1781828" cy="587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Metrics: </a:t>
          </a:r>
          <a:r>
            <a:rPr lang="en-US" sz="1600" b="1" kern="1200" dirty="0"/>
            <a:t>MAE</a:t>
          </a:r>
          <a:r>
            <a:rPr lang="en-US" sz="1600" kern="1200" dirty="0"/>
            <a:t>, </a:t>
          </a:r>
          <a:r>
            <a:rPr lang="en-US" sz="1600" b="1" kern="1200" dirty="0"/>
            <a:t>RMSE, </a:t>
          </a:r>
          <a:r>
            <a:rPr lang="en-US" sz="1600" b="1" kern="1200" dirty="0" err="1"/>
            <a:t>sMAPE</a:t>
          </a:r>
          <a:r>
            <a:rPr lang="en-US" sz="1600" b="1" kern="1200" dirty="0"/>
            <a:t>, MASE, Bias, Score.</a:t>
          </a:r>
        </a:p>
      </dsp:txBody>
      <dsp:txXfrm>
        <a:off x="275072" y="2816489"/>
        <a:ext cx="1781828" cy="587537"/>
      </dsp:txXfrm>
    </dsp:sp>
    <dsp:sp modelId="{FDE5186B-7EEB-4B82-88CC-2F5124090F36}">
      <dsp:nvSpPr>
        <dsp:cNvPr id="0" name=""/>
        <dsp:cNvSpPr/>
      </dsp:nvSpPr>
      <dsp:spPr>
        <a:xfrm>
          <a:off x="3402607" y="1131396"/>
          <a:ext cx="1263914" cy="12639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7A954-DD52-4142-A11B-121AAA37755E}">
      <dsp:nvSpPr>
        <dsp:cNvPr id="0" name=""/>
        <dsp:cNvSpPr/>
      </dsp:nvSpPr>
      <dsp:spPr>
        <a:xfrm>
          <a:off x="3671966" y="1400755"/>
          <a:ext cx="725196" cy="7251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4555D-C713-42CC-871F-447CB3141871}">
      <dsp:nvSpPr>
        <dsp:cNvPr id="0" name=""/>
        <dsp:cNvSpPr/>
      </dsp:nvSpPr>
      <dsp:spPr>
        <a:xfrm>
          <a:off x="2639856" y="2816489"/>
          <a:ext cx="2789418" cy="587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Best model chosen per SKU using rolling evaluation up to forecast point.</a:t>
          </a:r>
        </a:p>
      </dsp:txBody>
      <dsp:txXfrm>
        <a:off x="2639856" y="2816489"/>
        <a:ext cx="2789418" cy="587537"/>
      </dsp:txXfrm>
    </dsp:sp>
    <dsp:sp modelId="{EAE7CABB-A5A0-42EA-9D52-1296753F2BFB}">
      <dsp:nvSpPr>
        <dsp:cNvPr id="0" name=""/>
        <dsp:cNvSpPr/>
      </dsp:nvSpPr>
      <dsp:spPr>
        <a:xfrm>
          <a:off x="6195911" y="1131396"/>
          <a:ext cx="1263914" cy="126391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8513D5-31B0-4927-BEBF-ADA56BBBAA38}">
      <dsp:nvSpPr>
        <dsp:cNvPr id="0" name=""/>
        <dsp:cNvSpPr/>
      </dsp:nvSpPr>
      <dsp:spPr>
        <a:xfrm>
          <a:off x="6465269" y="1400755"/>
          <a:ext cx="725196" cy="7251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27478-64C3-460E-ADA1-DCE6855B151D}">
      <dsp:nvSpPr>
        <dsp:cNvPr id="0" name=""/>
        <dsp:cNvSpPr/>
      </dsp:nvSpPr>
      <dsp:spPr>
        <a:xfrm>
          <a:off x="5791872" y="2816489"/>
          <a:ext cx="1921440" cy="587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Initial run shows improvement over benchmark for prioritized SKUs (high volume).</a:t>
          </a:r>
        </a:p>
      </dsp:txBody>
      <dsp:txXfrm>
        <a:off x="5791872" y="2816489"/>
        <a:ext cx="1921440" cy="587537"/>
      </dsp:txXfrm>
    </dsp:sp>
    <dsp:sp modelId="{EB133E7F-8D5C-4BBE-BFCB-E5F2D19DB39D}">
      <dsp:nvSpPr>
        <dsp:cNvPr id="0" name=""/>
        <dsp:cNvSpPr/>
      </dsp:nvSpPr>
      <dsp:spPr>
        <a:xfrm>
          <a:off x="8630500" y="1131396"/>
          <a:ext cx="1263914" cy="126391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EB2834-FBBE-4C4F-B417-AF70DB7B681F}">
      <dsp:nvSpPr>
        <dsp:cNvPr id="0" name=""/>
        <dsp:cNvSpPr/>
      </dsp:nvSpPr>
      <dsp:spPr>
        <a:xfrm>
          <a:off x="8899859" y="1400755"/>
          <a:ext cx="725196" cy="7251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A8E92-3A9D-49C2-8532-A79D925831B6}">
      <dsp:nvSpPr>
        <dsp:cNvPr id="0" name=""/>
        <dsp:cNvSpPr/>
      </dsp:nvSpPr>
      <dsp:spPr>
        <a:xfrm>
          <a:off x="8301737" y="2816489"/>
          <a:ext cx="1921440" cy="587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Include concrete numbers and charts in the final slides.</a:t>
          </a:r>
        </a:p>
      </dsp:txBody>
      <dsp:txXfrm>
        <a:off x="8301737" y="2816489"/>
        <a:ext cx="1921440" cy="5875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826F1-7F12-4D75-886C-F3133C09FB1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F853A-E3CA-4E3F-8099-1D9FA2277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6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F853A-E3CA-4E3F-8099-1D9FA2277E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5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609746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86853C-066C-102E-7C40-564004E15BB3}"/>
              </a:ext>
            </a:extLst>
          </p:cNvPr>
          <p:cNvSpPr/>
          <p:nvPr/>
        </p:nvSpPr>
        <p:spPr>
          <a:xfrm>
            <a:off x="8" y="0"/>
            <a:ext cx="6087845" cy="6858001"/>
          </a:xfrm>
          <a:prstGeom prst="rect">
            <a:avLst/>
          </a:prstGeom>
          <a:solidFill>
            <a:srgbClr val="2624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602" y="4340844"/>
            <a:ext cx="4283301" cy="1360709"/>
          </a:xfrm>
        </p:spPr>
        <p:txBody>
          <a:bodyPr anchor="t">
            <a:normAutofit/>
          </a:bodyPr>
          <a:lstStyle/>
          <a:p>
            <a:pPr algn="l">
              <a:defRPr sz="4000" b="1"/>
            </a:pPr>
            <a:r>
              <a:rPr lang="en-US" sz="4000" dirty="0">
                <a:solidFill>
                  <a:schemeClr val="bg1"/>
                </a:solidFill>
              </a:rPr>
              <a:t>SIA - ACROW Final Project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4412" y="0"/>
            <a:ext cx="6094403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32368" y="4757046"/>
            <a:ext cx="4811932" cy="1033259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  <a:defRPr sz="1800"/>
            </a:pPr>
            <a:r>
              <a:rPr lang="en-US" sz="1800" dirty="0">
                <a:solidFill>
                  <a:srgbClr val="26244D"/>
                </a:solidFill>
              </a:rPr>
              <a:t>Analysis and ML Forecasting - Final Presentation for Amit</a:t>
            </a:r>
          </a:p>
          <a:p>
            <a:pPr algn="l">
              <a:lnSpc>
                <a:spcPct val="90000"/>
              </a:lnSpc>
            </a:pPr>
            <a:r>
              <a:rPr lang="en-US" sz="1800" dirty="0">
                <a:solidFill>
                  <a:srgbClr val="26244D"/>
                </a:solidFill>
              </a:rPr>
              <a:t>Team: ACROW Supply Chain</a:t>
            </a:r>
          </a:p>
        </p:txBody>
      </p:sp>
      <p:pic>
        <p:nvPicPr>
          <p:cNvPr id="15" name="Picture 14" descr="A red background with white text&#10;&#10;Description automatically generated">
            <a:extLst>
              <a:ext uri="{FF2B5EF4-FFF2-40B4-BE49-F238E27FC236}">
                <a16:creationId xmlns:a16="http://schemas.microsoft.com/office/drawing/2014/main" id="{D6714546-62CD-9252-D5E2-939C5276DE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604" r="4" b="19259"/>
          <a:stretch>
            <a:fillRect/>
          </a:stretch>
        </p:blipFill>
        <p:spPr>
          <a:xfrm>
            <a:off x="6087853" y="637760"/>
            <a:ext cx="4942207" cy="1783080"/>
          </a:xfrm>
          <a:prstGeom prst="rect">
            <a:avLst/>
          </a:prstGeom>
        </p:spPr>
      </p:pic>
      <p:pic>
        <p:nvPicPr>
          <p:cNvPr id="7" name="Picture 6" descr="A logo with text and a skull&#10;&#10;Description automatically generated with medium confidence">
            <a:extLst>
              <a:ext uri="{FF2B5EF4-FFF2-40B4-BE49-F238E27FC236}">
                <a16:creationId xmlns:a16="http://schemas.microsoft.com/office/drawing/2014/main" id="{D03F7656-12C9-E5D1-2629-155CFA42A0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367" r="11824" b="2"/>
          <a:stretch>
            <a:fillRect/>
          </a:stretch>
        </p:blipFill>
        <p:spPr>
          <a:xfrm>
            <a:off x="477691" y="1019916"/>
            <a:ext cx="4945269" cy="35749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DCD3BFE-593E-162D-82D7-180CEB7942E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544" r="4" b="17003"/>
          <a:stretch>
            <a:fillRect/>
          </a:stretch>
        </p:blipFill>
        <p:spPr>
          <a:xfrm>
            <a:off x="6094412" y="2420840"/>
            <a:ext cx="4942205" cy="1791868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2666" y="4549143"/>
            <a:ext cx="457081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Goal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EA20B1-D097-D868-14CE-5E00DDE49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030427"/>
              </p:ext>
            </p:extLst>
          </p:nvPr>
        </p:nvGraphicFramePr>
        <p:xfrm>
          <a:off x="837981" y="198341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rPr lang="en-US"/>
              <a:t>Problem</a:t>
            </a:r>
            <a:r>
              <a:rPr dirty="0"/>
              <a:t> </a:t>
            </a:r>
            <a:r>
              <a:rPr lang="en-US"/>
              <a:t>Statement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D31E2C-7E99-67BE-1173-4CE2F50A96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6189200"/>
              </p:ext>
            </p:extLst>
          </p:nvPr>
        </p:nvGraphicFramePr>
        <p:xfrm>
          <a:off x="837981" y="192626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rPr lang="en-US"/>
              <a:t>Data 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0848E2-1543-784E-A748-CCD3201DDF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6857536"/>
              </p:ext>
            </p:extLst>
          </p:nvPr>
        </p:nvGraphicFramePr>
        <p:xfrm>
          <a:off x="837981" y="192626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rPr lang="en-US"/>
              <a:t>Approach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D8BAA1-0A32-41E3-8AC1-C8984C43F3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4747429"/>
              </p:ext>
            </p:extLst>
          </p:nvPr>
        </p:nvGraphicFramePr>
        <p:xfrm>
          <a:off x="837981" y="192626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rPr lang="en-US"/>
              <a:t>Models Tried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0E1CAB-ACA2-051A-E73A-99B7F730A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4708797"/>
              </p:ext>
            </p:extLst>
          </p:nvPr>
        </p:nvGraphicFramePr>
        <p:xfrm>
          <a:off x="-841375" y="2090290"/>
          <a:ext cx="13030200" cy="4304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B21D302-21AC-2EF5-D1C5-86C15167E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802" b="1"/>
          <a:stretch>
            <a:fillRect/>
          </a:stretch>
        </p:blipFill>
        <p:spPr>
          <a:xfrm>
            <a:off x="20" y="1"/>
            <a:ext cx="12188804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3" y="6737718"/>
            <a:ext cx="1220402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686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334644"/>
            <a:ext cx="10506768" cy="1076914"/>
          </a:xfrm>
        </p:spPr>
        <p:txBody>
          <a:bodyPr anchor="ctr">
            <a:normAutofit/>
          </a:bodyPr>
          <a:lstStyle/>
          <a:p>
            <a:r>
              <a:rPr lang="en-US" sz="4000"/>
              <a:t>Evaluation and Key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552" y="0"/>
            <a:ext cx="10503720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028" y="1512994"/>
            <a:ext cx="105037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F6B239-2C4F-F4FA-B7FA-188973F66C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1851812"/>
              </p:ext>
            </p:extLst>
          </p:nvPr>
        </p:nvGraphicFramePr>
        <p:xfrm>
          <a:off x="837981" y="1737360"/>
          <a:ext cx="10503720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630936"/>
            <a:ext cx="3598751" cy="1463040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Top Insights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5028" y="1353314"/>
            <a:ext cx="1554480" cy="18283"/>
          </a:xfrm>
          <a:custGeom>
            <a:avLst/>
            <a:gdLst>
              <a:gd name="connsiteX0" fmla="*/ 0 w 1554480"/>
              <a:gd name="connsiteY0" fmla="*/ 0 h 18283"/>
              <a:gd name="connsiteX1" fmla="*/ 549250 w 1554480"/>
              <a:gd name="connsiteY1" fmla="*/ 0 h 18283"/>
              <a:gd name="connsiteX2" fmla="*/ 1082954 w 1554480"/>
              <a:gd name="connsiteY2" fmla="*/ 0 h 18283"/>
              <a:gd name="connsiteX3" fmla="*/ 1554480 w 1554480"/>
              <a:gd name="connsiteY3" fmla="*/ 0 h 18283"/>
              <a:gd name="connsiteX4" fmla="*/ 1554480 w 1554480"/>
              <a:gd name="connsiteY4" fmla="*/ 18283 h 18283"/>
              <a:gd name="connsiteX5" fmla="*/ 1067410 w 1554480"/>
              <a:gd name="connsiteY5" fmla="*/ 18283 h 18283"/>
              <a:gd name="connsiteX6" fmla="*/ 549250 w 1554480"/>
              <a:gd name="connsiteY6" fmla="*/ 18283 h 18283"/>
              <a:gd name="connsiteX7" fmla="*/ 0 w 1554480"/>
              <a:gd name="connsiteY7" fmla="*/ 18283 h 18283"/>
              <a:gd name="connsiteX8" fmla="*/ 0 w 1554480"/>
              <a:gd name="connsiteY8" fmla="*/ 0 h 1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3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495" y="5601"/>
                  <a:pt x="1554456" y="13999"/>
                  <a:pt x="1554480" y="18283"/>
                </a:cubicBezTo>
                <a:cubicBezTo>
                  <a:pt x="1338847" y="6122"/>
                  <a:pt x="1215066" y="37846"/>
                  <a:pt x="1067410" y="18283"/>
                </a:cubicBezTo>
                <a:cubicBezTo>
                  <a:pt x="919754" y="-1280"/>
                  <a:pt x="800465" y="3075"/>
                  <a:pt x="549250" y="18283"/>
                </a:cubicBezTo>
                <a:cubicBezTo>
                  <a:pt x="298035" y="33491"/>
                  <a:pt x="158868" y="22764"/>
                  <a:pt x="0" y="18283"/>
                </a:cubicBezTo>
                <a:cubicBezTo>
                  <a:pt x="-801" y="13132"/>
                  <a:pt x="683" y="7937"/>
                  <a:pt x="0" y="0"/>
                </a:cubicBezTo>
                <a:close/>
              </a:path>
              <a:path w="1554480" h="18283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3823" y="4684"/>
                  <a:pt x="1554013" y="14624"/>
                  <a:pt x="1554480" y="18283"/>
                </a:cubicBezTo>
                <a:cubicBezTo>
                  <a:pt x="1336087" y="12167"/>
                  <a:pt x="1310024" y="19754"/>
                  <a:pt x="1067410" y="18283"/>
                </a:cubicBezTo>
                <a:cubicBezTo>
                  <a:pt x="824796" y="16813"/>
                  <a:pt x="787902" y="34642"/>
                  <a:pt x="518160" y="18283"/>
                </a:cubicBezTo>
                <a:cubicBezTo>
                  <a:pt x="248418" y="1925"/>
                  <a:pt x="133160" y="9200"/>
                  <a:pt x="0" y="18283"/>
                </a:cubicBezTo>
                <a:cubicBezTo>
                  <a:pt x="-569" y="9314"/>
                  <a:pt x="-689" y="7643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3296" y="630936"/>
            <a:ext cx="7072567" cy="1463040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200">
                <a:solidFill>
                  <a:srgbClr val="FFFFFF"/>
                </a:solidFill>
              </a:rPr>
              <a:t>Using the selected SIA model we reduce forecast error vs the 3-period moving average baseline by large margins. Key impact metrics below.</a:t>
            </a:r>
          </a:p>
        </p:txBody>
      </p:sp>
      <p:pic>
        <p:nvPicPr>
          <p:cNvPr id="5" name="Picture 4" descr="A screen shot of a video game&#10;&#10;Description automatically generated">
            <a:extLst>
              <a:ext uri="{FF2B5EF4-FFF2-40B4-BE49-F238E27FC236}">
                <a16:creationId xmlns:a16="http://schemas.microsoft.com/office/drawing/2014/main" id="{3748B03F-41AD-1B5E-A3DA-DDA5DF75C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71" y="3505890"/>
            <a:ext cx="10915093" cy="2210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61" y="1119031"/>
            <a:ext cx="4618735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769" y="1396686"/>
            <a:ext cx="3239662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1458" y="941148"/>
            <a:ext cx="2987121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811" y="4780992"/>
            <a:ext cx="545957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483101" y="2979868"/>
            <a:ext cx="5534955" cy="1363532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1800" dirty="0"/>
              <a:t>Questions?</a:t>
            </a:r>
          </a:p>
          <a:p>
            <a:pPr>
              <a:defRPr sz="1800"/>
            </a:pPr>
            <a:r>
              <a:rPr sz="1800" dirty="0"/>
              <a:t>Contact: ACROW</a:t>
            </a:r>
            <a:r>
              <a:rPr lang="en-US" sz="1800" dirty="0"/>
              <a:t>, Planning Team</a:t>
            </a:r>
            <a:endParaRPr sz="1800" dirty="0"/>
          </a:p>
          <a:p>
            <a:pPr>
              <a:defRPr sz="1800"/>
            </a:pPr>
            <a:r>
              <a:rPr sz="1800" dirty="0"/>
              <a:t>Prepared for: Amit - Review and diploma </a:t>
            </a:r>
            <a:r>
              <a:rPr lang="en-US" sz="1800" dirty="0"/>
              <a:t>Project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7627</TotalTime>
  <Words>325</Words>
  <Application>Microsoft Office PowerPoint</Application>
  <PresentationFormat>Custom</PresentationFormat>
  <Paragraphs>35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SIA - ACROW Final Project</vt:lpstr>
      <vt:lpstr>Goal</vt:lpstr>
      <vt:lpstr>Problem Statement</vt:lpstr>
      <vt:lpstr>Data Overview</vt:lpstr>
      <vt:lpstr>Approach</vt:lpstr>
      <vt:lpstr>Models Tried</vt:lpstr>
      <vt:lpstr>PowerPoint Presentation</vt:lpstr>
      <vt:lpstr>Evaluation and Key Results</vt:lpstr>
      <vt:lpstr>Top Insights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SIA - ACROW Final Project</dc:title>
  <dc:subject/>
  <dc:creator>Ahmed Aref Amin</dc:creator>
  <cp:keywords/>
  <dc:description>generated using python-pptx</dc:description>
  <cp:lastModifiedBy>20812020101628</cp:lastModifiedBy>
  <cp:revision>5</cp:revision>
  <dcterms:created xsi:type="dcterms:W3CDTF">2013-01-27T09:14:16Z</dcterms:created>
  <dcterms:modified xsi:type="dcterms:W3CDTF">2026-02-12T10:00:33Z</dcterms:modified>
  <cp:category/>
</cp:coreProperties>
</file>